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52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5800" y="512063"/>
            <a:ext cx="155575" cy="155575"/>
          </a:xfrm>
          <a:custGeom>
            <a:avLst/>
            <a:gdLst/>
            <a:ahLst/>
            <a:cxnLst/>
            <a:rect l="l" t="t" r="r" b="b"/>
            <a:pathLst>
              <a:path w="155575" h="155575">
                <a:moveTo>
                  <a:pt x="155447" y="0"/>
                </a:moveTo>
                <a:lnTo>
                  <a:pt x="0" y="0"/>
                </a:lnTo>
                <a:lnTo>
                  <a:pt x="0" y="155448"/>
                </a:lnTo>
                <a:lnTo>
                  <a:pt x="155447" y="155448"/>
                </a:lnTo>
                <a:lnTo>
                  <a:pt x="155447" y="0"/>
                </a:lnTo>
                <a:close/>
              </a:path>
            </a:pathLst>
          </a:custGeom>
          <a:solidFill>
            <a:srgbClr val="2BD3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34" Type="http://schemas.openxmlformats.org/officeDocument/2006/relationships/image" Target="../media/image33.jp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9" Type="http://schemas.openxmlformats.org/officeDocument/2006/relationships/image" Target="../media/image72.png"/><Relationship Id="rId21" Type="http://schemas.openxmlformats.org/officeDocument/2006/relationships/image" Target="../media/image54.png"/><Relationship Id="rId34" Type="http://schemas.openxmlformats.org/officeDocument/2006/relationships/image" Target="../media/image67.png"/><Relationship Id="rId42" Type="http://schemas.openxmlformats.org/officeDocument/2006/relationships/image" Target="../media/image75.png"/><Relationship Id="rId47" Type="http://schemas.openxmlformats.org/officeDocument/2006/relationships/image" Target="../media/image80.png"/><Relationship Id="rId50" Type="http://schemas.openxmlformats.org/officeDocument/2006/relationships/image" Target="../media/image83.png"/><Relationship Id="rId55" Type="http://schemas.openxmlformats.org/officeDocument/2006/relationships/image" Target="../media/image88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9" Type="http://schemas.openxmlformats.org/officeDocument/2006/relationships/image" Target="../media/image62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32" Type="http://schemas.openxmlformats.org/officeDocument/2006/relationships/image" Target="../media/image65.png"/><Relationship Id="rId37" Type="http://schemas.openxmlformats.org/officeDocument/2006/relationships/image" Target="../media/image70.png"/><Relationship Id="rId40" Type="http://schemas.openxmlformats.org/officeDocument/2006/relationships/image" Target="../media/image73.png"/><Relationship Id="rId45" Type="http://schemas.openxmlformats.org/officeDocument/2006/relationships/image" Target="../media/image78.png"/><Relationship Id="rId53" Type="http://schemas.openxmlformats.org/officeDocument/2006/relationships/image" Target="../media/image86.png"/><Relationship Id="rId58" Type="http://schemas.openxmlformats.org/officeDocument/2006/relationships/image" Target="../media/image91.png"/><Relationship Id="rId5" Type="http://schemas.openxmlformats.org/officeDocument/2006/relationships/image" Target="../media/image38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Relationship Id="rId35" Type="http://schemas.openxmlformats.org/officeDocument/2006/relationships/image" Target="../media/image68.png"/><Relationship Id="rId43" Type="http://schemas.openxmlformats.org/officeDocument/2006/relationships/image" Target="../media/image76.png"/><Relationship Id="rId48" Type="http://schemas.openxmlformats.org/officeDocument/2006/relationships/image" Target="../media/image81.png"/><Relationship Id="rId56" Type="http://schemas.openxmlformats.org/officeDocument/2006/relationships/image" Target="../media/image89.png"/><Relationship Id="rId8" Type="http://schemas.openxmlformats.org/officeDocument/2006/relationships/image" Target="../media/image41.png"/><Relationship Id="rId51" Type="http://schemas.openxmlformats.org/officeDocument/2006/relationships/image" Target="../media/image84.png"/><Relationship Id="rId3" Type="http://schemas.openxmlformats.org/officeDocument/2006/relationships/image" Target="../media/image36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33" Type="http://schemas.openxmlformats.org/officeDocument/2006/relationships/image" Target="../media/image66.png"/><Relationship Id="rId38" Type="http://schemas.openxmlformats.org/officeDocument/2006/relationships/image" Target="../media/image71.png"/><Relationship Id="rId46" Type="http://schemas.openxmlformats.org/officeDocument/2006/relationships/image" Target="../media/image79.png"/><Relationship Id="rId20" Type="http://schemas.openxmlformats.org/officeDocument/2006/relationships/image" Target="../media/image53.png"/><Relationship Id="rId41" Type="http://schemas.openxmlformats.org/officeDocument/2006/relationships/image" Target="../media/image74.png"/><Relationship Id="rId54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36" Type="http://schemas.openxmlformats.org/officeDocument/2006/relationships/image" Target="../media/image69.png"/><Relationship Id="rId49" Type="http://schemas.openxmlformats.org/officeDocument/2006/relationships/image" Target="../media/image82.png"/><Relationship Id="rId57" Type="http://schemas.openxmlformats.org/officeDocument/2006/relationships/image" Target="../media/image90.png"/><Relationship Id="rId10" Type="http://schemas.openxmlformats.org/officeDocument/2006/relationships/image" Target="../media/image43.png"/><Relationship Id="rId31" Type="http://schemas.openxmlformats.org/officeDocument/2006/relationships/image" Target="../media/image64.png"/><Relationship Id="rId44" Type="http://schemas.openxmlformats.org/officeDocument/2006/relationships/image" Target="../media/image77.png"/><Relationship Id="rId52" Type="http://schemas.openxmlformats.org/officeDocument/2006/relationships/image" Target="../media/image8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95.png"/><Relationship Id="rId5" Type="http://schemas.openxmlformats.org/officeDocument/2006/relationships/image" Target="../media/image4.png"/><Relationship Id="rId10" Type="http://schemas.openxmlformats.org/officeDocument/2006/relationships/image" Target="../media/image94.png"/><Relationship Id="rId4" Type="http://schemas.openxmlformats.org/officeDocument/2006/relationships/image" Target="../media/image3.png"/><Relationship Id="rId9" Type="http://schemas.openxmlformats.org/officeDocument/2006/relationships/image" Target="../media/image93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9" Type="http://schemas.openxmlformats.org/officeDocument/2006/relationships/image" Target="../media/image126.png"/><Relationship Id="rId21" Type="http://schemas.openxmlformats.org/officeDocument/2006/relationships/image" Target="../media/image116.png"/><Relationship Id="rId34" Type="http://schemas.openxmlformats.org/officeDocument/2006/relationships/image" Target="../media/image89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84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32" Type="http://schemas.openxmlformats.org/officeDocument/2006/relationships/image" Target="../media/image87.png"/><Relationship Id="rId37" Type="http://schemas.openxmlformats.org/officeDocument/2006/relationships/image" Target="../media/image124.png"/><Relationship Id="rId40" Type="http://schemas.openxmlformats.org/officeDocument/2006/relationships/image" Target="../media/image127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83.png"/><Relationship Id="rId36" Type="http://schemas.openxmlformats.org/officeDocument/2006/relationships/image" Target="../media/image91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86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Relationship Id="rId30" Type="http://schemas.openxmlformats.org/officeDocument/2006/relationships/image" Target="../media/image85.png"/><Relationship Id="rId35" Type="http://schemas.openxmlformats.org/officeDocument/2006/relationships/image" Target="../media/image123.png"/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33" Type="http://schemas.openxmlformats.org/officeDocument/2006/relationships/image" Target="../media/image88.png"/><Relationship Id="rId38" Type="http://schemas.openxmlformats.org/officeDocument/2006/relationships/image" Target="../media/image125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0.png"/><Relationship Id="rId21" Type="http://schemas.openxmlformats.org/officeDocument/2006/relationships/image" Target="../media/image145.png"/><Relationship Id="rId42" Type="http://schemas.openxmlformats.org/officeDocument/2006/relationships/image" Target="../media/image166.png"/><Relationship Id="rId47" Type="http://schemas.openxmlformats.org/officeDocument/2006/relationships/image" Target="../media/image171.png"/><Relationship Id="rId63" Type="http://schemas.openxmlformats.org/officeDocument/2006/relationships/image" Target="../media/image187.png"/><Relationship Id="rId68" Type="http://schemas.openxmlformats.org/officeDocument/2006/relationships/image" Target="../media/image192.png"/><Relationship Id="rId84" Type="http://schemas.openxmlformats.org/officeDocument/2006/relationships/image" Target="../media/image91.png"/><Relationship Id="rId16" Type="http://schemas.openxmlformats.org/officeDocument/2006/relationships/image" Target="../media/image140.png"/><Relationship Id="rId11" Type="http://schemas.openxmlformats.org/officeDocument/2006/relationships/image" Target="../media/image135.png"/><Relationship Id="rId32" Type="http://schemas.openxmlformats.org/officeDocument/2006/relationships/image" Target="../media/image156.png"/><Relationship Id="rId37" Type="http://schemas.openxmlformats.org/officeDocument/2006/relationships/image" Target="../media/image161.png"/><Relationship Id="rId53" Type="http://schemas.openxmlformats.org/officeDocument/2006/relationships/image" Target="../media/image177.png"/><Relationship Id="rId58" Type="http://schemas.openxmlformats.org/officeDocument/2006/relationships/image" Target="../media/image182.png"/><Relationship Id="rId74" Type="http://schemas.openxmlformats.org/officeDocument/2006/relationships/image" Target="../media/image198.png"/><Relationship Id="rId79" Type="http://schemas.openxmlformats.org/officeDocument/2006/relationships/image" Target="../media/image86.png"/><Relationship Id="rId5" Type="http://schemas.openxmlformats.org/officeDocument/2006/relationships/image" Target="../media/image129.png"/><Relationship Id="rId61" Type="http://schemas.openxmlformats.org/officeDocument/2006/relationships/image" Target="../media/image185.png"/><Relationship Id="rId82" Type="http://schemas.openxmlformats.org/officeDocument/2006/relationships/image" Target="../media/image89.png"/><Relationship Id="rId19" Type="http://schemas.openxmlformats.org/officeDocument/2006/relationships/image" Target="../media/image143.png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image" Target="../media/image151.png"/><Relationship Id="rId30" Type="http://schemas.openxmlformats.org/officeDocument/2006/relationships/image" Target="../media/image154.png"/><Relationship Id="rId35" Type="http://schemas.openxmlformats.org/officeDocument/2006/relationships/image" Target="../media/image159.png"/><Relationship Id="rId43" Type="http://schemas.openxmlformats.org/officeDocument/2006/relationships/image" Target="../media/image167.png"/><Relationship Id="rId48" Type="http://schemas.openxmlformats.org/officeDocument/2006/relationships/image" Target="../media/image172.png"/><Relationship Id="rId56" Type="http://schemas.openxmlformats.org/officeDocument/2006/relationships/image" Target="../media/image180.png"/><Relationship Id="rId64" Type="http://schemas.openxmlformats.org/officeDocument/2006/relationships/image" Target="../media/image188.png"/><Relationship Id="rId69" Type="http://schemas.openxmlformats.org/officeDocument/2006/relationships/image" Target="../media/image193.png"/><Relationship Id="rId77" Type="http://schemas.openxmlformats.org/officeDocument/2006/relationships/image" Target="../media/image84.png"/><Relationship Id="rId8" Type="http://schemas.openxmlformats.org/officeDocument/2006/relationships/image" Target="../media/image132.png"/><Relationship Id="rId51" Type="http://schemas.openxmlformats.org/officeDocument/2006/relationships/image" Target="../media/image175.png"/><Relationship Id="rId72" Type="http://schemas.openxmlformats.org/officeDocument/2006/relationships/image" Target="../media/image196.png"/><Relationship Id="rId80" Type="http://schemas.openxmlformats.org/officeDocument/2006/relationships/image" Target="../media/image87.png"/><Relationship Id="rId3" Type="http://schemas.openxmlformats.org/officeDocument/2006/relationships/image" Target="../media/image125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149.png"/><Relationship Id="rId33" Type="http://schemas.openxmlformats.org/officeDocument/2006/relationships/image" Target="../media/image157.png"/><Relationship Id="rId38" Type="http://schemas.openxmlformats.org/officeDocument/2006/relationships/image" Target="../media/image162.png"/><Relationship Id="rId46" Type="http://schemas.openxmlformats.org/officeDocument/2006/relationships/image" Target="../media/image170.png"/><Relationship Id="rId59" Type="http://schemas.openxmlformats.org/officeDocument/2006/relationships/image" Target="../media/image183.png"/><Relationship Id="rId67" Type="http://schemas.openxmlformats.org/officeDocument/2006/relationships/image" Target="../media/image191.png"/><Relationship Id="rId20" Type="http://schemas.openxmlformats.org/officeDocument/2006/relationships/image" Target="../media/image144.png"/><Relationship Id="rId41" Type="http://schemas.openxmlformats.org/officeDocument/2006/relationships/image" Target="../media/image165.png"/><Relationship Id="rId54" Type="http://schemas.openxmlformats.org/officeDocument/2006/relationships/image" Target="../media/image178.png"/><Relationship Id="rId62" Type="http://schemas.openxmlformats.org/officeDocument/2006/relationships/image" Target="../media/image186.png"/><Relationship Id="rId70" Type="http://schemas.openxmlformats.org/officeDocument/2006/relationships/image" Target="../media/image194.png"/><Relationship Id="rId75" Type="http://schemas.openxmlformats.org/officeDocument/2006/relationships/image" Target="../media/image199.png"/><Relationship Id="rId83" Type="http://schemas.openxmlformats.org/officeDocument/2006/relationships/image" Target="../media/image1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0.png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28" Type="http://schemas.openxmlformats.org/officeDocument/2006/relationships/image" Target="../media/image152.png"/><Relationship Id="rId36" Type="http://schemas.openxmlformats.org/officeDocument/2006/relationships/image" Target="../media/image160.png"/><Relationship Id="rId49" Type="http://schemas.openxmlformats.org/officeDocument/2006/relationships/image" Target="../media/image173.png"/><Relationship Id="rId57" Type="http://schemas.openxmlformats.org/officeDocument/2006/relationships/image" Target="../media/image181.png"/><Relationship Id="rId10" Type="http://schemas.openxmlformats.org/officeDocument/2006/relationships/image" Target="../media/image134.png"/><Relationship Id="rId31" Type="http://schemas.openxmlformats.org/officeDocument/2006/relationships/image" Target="../media/image155.png"/><Relationship Id="rId44" Type="http://schemas.openxmlformats.org/officeDocument/2006/relationships/image" Target="../media/image168.png"/><Relationship Id="rId52" Type="http://schemas.openxmlformats.org/officeDocument/2006/relationships/image" Target="../media/image176.png"/><Relationship Id="rId60" Type="http://schemas.openxmlformats.org/officeDocument/2006/relationships/image" Target="../media/image184.png"/><Relationship Id="rId65" Type="http://schemas.openxmlformats.org/officeDocument/2006/relationships/image" Target="../media/image189.png"/><Relationship Id="rId73" Type="http://schemas.openxmlformats.org/officeDocument/2006/relationships/image" Target="../media/image197.png"/><Relationship Id="rId78" Type="http://schemas.openxmlformats.org/officeDocument/2006/relationships/image" Target="../media/image85.png"/><Relationship Id="rId81" Type="http://schemas.openxmlformats.org/officeDocument/2006/relationships/image" Target="../media/image88.png"/><Relationship Id="rId4" Type="http://schemas.openxmlformats.org/officeDocument/2006/relationships/image" Target="../media/image126.png"/><Relationship Id="rId9" Type="http://schemas.openxmlformats.org/officeDocument/2006/relationships/image" Target="../media/image133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39" Type="http://schemas.openxmlformats.org/officeDocument/2006/relationships/image" Target="../media/image163.png"/><Relationship Id="rId34" Type="http://schemas.openxmlformats.org/officeDocument/2006/relationships/image" Target="../media/image158.png"/><Relationship Id="rId50" Type="http://schemas.openxmlformats.org/officeDocument/2006/relationships/image" Target="../media/image174.png"/><Relationship Id="rId55" Type="http://schemas.openxmlformats.org/officeDocument/2006/relationships/image" Target="../media/image179.png"/><Relationship Id="rId76" Type="http://schemas.openxmlformats.org/officeDocument/2006/relationships/image" Target="../media/image83.png"/><Relationship Id="rId7" Type="http://schemas.openxmlformats.org/officeDocument/2006/relationships/image" Target="../media/image131.png"/><Relationship Id="rId71" Type="http://schemas.openxmlformats.org/officeDocument/2006/relationships/image" Target="../media/image195.png"/><Relationship Id="rId2" Type="http://schemas.openxmlformats.org/officeDocument/2006/relationships/image" Target="../media/image124.png"/><Relationship Id="rId29" Type="http://schemas.openxmlformats.org/officeDocument/2006/relationships/image" Target="../media/image153.png"/><Relationship Id="rId24" Type="http://schemas.openxmlformats.org/officeDocument/2006/relationships/image" Target="../media/image148.png"/><Relationship Id="rId40" Type="http://schemas.openxmlformats.org/officeDocument/2006/relationships/image" Target="../media/image164.png"/><Relationship Id="rId45" Type="http://schemas.openxmlformats.org/officeDocument/2006/relationships/image" Target="../media/image169.png"/><Relationship Id="rId66" Type="http://schemas.openxmlformats.org/officeDocument/2006/relationships/image" Target="../media/image190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1.png"/><Relationship Id="rId21" Type="http://schemas.openxmlformats.org/officeDocument/2006/relationships/image" Target="../media/image216.png"/><Relationship Id="rId42" Type="http://schemas.openxmlformats.org/officeDocument/2006/relationships/image" Target="../media/image236.png"/><Relationship Id="rId47" Type="http://schemas.openxmlformats.org/officeDocument/2006/relationships/image" Target="../media/image241.png"/><Relationship Id="rId63" Type="http://schemas.openxmlformats.org/officeDocument/2006/relationships/image" Target="../media/image257.png"/><Relationship Id="rId68" Type="http://schemas.openxmlformats.org/officeDocument/2006/relationships/image" Target="../media/image261.png"/><Relationship Id="rId16" Type="http://schemas.openxmlformats.org/officeDocument/2006/relationships/image" Target="../media/image211.png"/><Relationship Id="rId11" Type="http://schemas.openxmlformats.org/officeDocument/2006/relationships/image" Target="../media/image206.png"/><Relationship Id="rId24" Type="http://schemas.openxmlformats.org/officeDocument/2006/relationships/image" Target="../media/image219.png"/><Relationship Id="rId32" Type="http://schemas.openxmlformats.org/officeDocument/2006/relationships/image" Target="../media/image227.png"/><Relationship Id="rId37" Type="http://schemas.openxmlformats.org/officeDocument/2006/relationships/image" Target="../media/image232.png"/><Relationship Id="rId40" Type="http://schemas.openxmlformats.org/officeDocument/2006/relationships/image" Target="../media/image235.png"/><Relationship Id="rId45" Type="http://schemas.openxmlformats.org/officeDocument/2006/relationships/image" Target="../media/image239.png"/><Relationship Id="rId53" Type="http://schemas.openxmlformats.org/officeDocument/2006/relationships/image" Target="../media/image247.png"/><Relationship Id="rId58" Type="http://schemas.openxmlformats.org/officeDocument/2006/relationships/image" Target="../media/image252.png"/><Relationship Id="rId66" Type="http://schemas.openxmlformats.org/officeDocument/2006/relationships/image" Target="../media/image259.png"/><Relationship Id="rId74" Type="http://schemas.openxmlformats.org/officeDocument/2006/relationships/image" Target="../media/image85.png"/><Relationship Id="rId79" Type="http://schemas.openxmlformats.org/officeDocument/2006/relationships/image" Target="../media/image265.png"/><Relationship Id="rId5" Type="http://schemas.openxmlformats.org/officeDocument/2006/relationships/image" Target="../media/image200.png"/><Relationship Id="rId61" Type="http://schemas.openxmlformats.org/officeDocument/2006/relationships/image" Target="../media/image255.png"/><Relationship Id="rId19" Type="http://schemas.openxmlformats.org/officeDocument/2006/relationships/image" Target="../media/image214.png"/><Relationship Id="rId14" Type="http://schemas.openxmlformats.org/officeDocument/2006/relationships/image" Target="../media/image209.png"/><Relationship Id="rId22" Type="http://schemas.openxmlformats.org/officeDocument/2006/relationships/image" Target="../media/image217.png"/><Relationship Id="rId27" Type="http://schemas.openxmlformats.org/officeDocument/2006/relationships/image" Target="../media/image222.png"/><Relationship Id="rId30" Type="http://schemas.openxmlformats.org/officeDocument/2006/relationships/image" Target="../media/image225.png"/><Relationship Id="rId35" Type="http://schemas.openxmlformats.org/officeDocument/2006/relationships/image" Target="../media/image230.png"/><Relationship Id="rId43" Type="http://schemas.openxmlformats.org/officeDocument/2006/relationships/image" Target="../media/image237.png"/><Relationship Id="rId48" Type="http://schemas.openxmlformats.org/officeDocument/2006/relationships/image" Target="../media/image242.png"/><Relationship Id="rId56" Type="http://schemas.openxmlformats.org/officeDocument/2006/relationships/image" Target="../media/image250.png"/><Relationship Id="rId64" Type="http://schemas.openxmlformats.org/officeDocument/2006/relationships/image" Target="../media/image258.png"/><Relationship Id="rId69" Type="http://schemas.openxmlformats.org/officeDocument/2006/relationships/image" Target="../media/image262.png"/><Relationship Id="rId77" Type="http://schemas.openxmlformats.org/officeDocument/2006/relationships/image" Target="../media/image88.png"/><Relationship Id="rId8" Type="http://schemas.openxmlformats.org/officeDocument/2006/relationships/image" Target="../media/image203.png"/><Relationship Id="rId51" Type="http://schemas.openxmlformats.org/officeDocument/2006/relationships/image" Target="../media/image245.png"/><Relationship Id="rId72" Type="http://schemas.openxmlformats.org/officeDocument/2006/relationships/image" Target="../media/image83.png"/><Relationship Id="rId80" Type="http://schemas.openxmlformats.org/officeDocument/2006/relationships/image" Target="../media/image91.png"/><Relationship Id="rId3" Type="http://schemas.openxmlformats.org/officeDocument/2006/relationships/image" Target="../media/image125.png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5" Type="http://schemas.openxmlformats.org/officeDocument/2006/relationships/image" Target="../media/image220.png"/><Relationship Id="rId33" Type="http://schemas.openxmlformats.org/officeDocument/2006/relationships/image" Target="../media/image228.png"/><Relationship Id="rId38" Type="http://schemas.openxmlformats.org/officeDocument/2006/relationships/image" Target="../media/image233.png"/><Relationship Id="rId46" Type="http://schemas.openxmlformats.org/officeDocument/2006/relationships/image" Target="../media/image240.png"/><Relationship Id="rId59" Type="http://schemas.openxmlformats.org/officeDocument/2006/relationships/image" Target="../media/image253.png"/><Relationship Id="rId67" Type="http://schemas.openxmlformats.org/officeDocument/2006/relationships/image" Target="../media/image260.png"/><Relationship Id="rId20" Type="http://schemas.openxmlformats.org/officeDocument/2006/relationships/image" Target="../media/image215.png"/><Relationship Id="rId41" Type="http://schemas.openxmlformats.org/officeDocument/2006/relationships/image" Target="../media/image171.png"/><Relationship Id="rId54" Type="http://schemas.openxmlformats.org/officeDocument/2006/relationships/image" Target="../media/image248.png"/><Relationship Id="rId62" Type="http://schemas.openxmlformats.org/officeDocument/2006/relationships/image" Target="../media/image256.png"/><Relationship Id="rId70" Type="http://schemas.openxmlformats.org/officeDocument/2006/relationships/image" Target="../media/image263.png"/><Relationship Id="rId75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1.png"/><Relationship Id="rId15" Type="http://schemas.openxmlformats.org/officeDocument/2006/relationships/image" Target="../media/image210.png"/><Relationship Id="rId23" Type="http://schemas.openxmlformats.org/officeDocument/2006/relationships/image" Target="../media/image218.png"/><Relationship Id="rId28" Type="http://schemas.openxmlformats.org/officeDocument/2006/relationships/image" Target="../media/image223.png"/><Relationship Id="rId36" Type="http://schemas.openxmlformats.org/officeDocument/2006/relationships/image" Target="../media/image231.png"/><Relationship Id="rId49" Type="http://schemas.openxmlformats.org/officeDocument/2006/relationships/image" Target="../media/image243.png"/><Relationship Id="rId57" Type="http://schemas.openxmlformats.org/officeDocument/2006/relationships/image" Target="../media/image251.png"/><Relationship Id="rId10" Type="http://schemas.openxmlformats.org/officeDocument/2006/relationships/image" Target="../media/image205.png"/><Relationship Id="rId31" Type="http://schemas.openxmlformats.org/officeDocument/2006/relationships/image" Target="../media/image226.png"/><Relationship Id="rId44" Type="http://schemas.openxmlformats.org/officeDocument/2006/relationships/image" Target="../media/image238.png"/><Relationship Id="rId52" Type="http://schemas.openxmlformats.org/officeDocument/2006/relationships/image" Target="../media/image246.png"/><Relationship Id="rId60" Type="http://schemas.openxmlformats.org/officeDocument/2006/relationships/image" Target="../media/image254.png"/><Relationship Id="rId65" Type="http://schemas.openxmlformats.org/officeDocument/2006/relationships/image" Target="../media/image182.png"/><Relationship Id="rId73" Type="http://schemas.openxmlformats.org/officeDocument/2006/relationships/image" Target="../media/image84.png"/><Relationship Id="rId78" Type="http://schemas.openxmlformats.org/officeDocument/2006/relationships/image" Target="../media/image89.png"/><Relationship Id="rId4" Type="http://schemas.openxmlformats.org/officeDocument/2006/relationships/image" Target="../media/image126.png"/><Relationship Id="rId9" Type="http://schemas.openxmlformats.org/officeDocument/2006/relationships/image" Target="../media/image204.png"/><Relationship Id="rId13" Type="http://schemas.openxmlformats.org/officeDocument/2006/relationships/image" Target="../media/image208.png"/><Relationship Id="rId18" Type="http://schemas.openxmlformats.org/officeDocument/2006/relationships/image" Target="../media/image213.png"/><Relationship Id="rId39" Type="http://schemas.openxmlformats.org/officeDocument/2006/relationships/image" Target="../media/image234.png"/><Relationship Id="rId34" Type="http://schemas.openxmlformats.org/officeDocument/2006/relationships/image" Target="../media/image229.png"/><Relationship Id="rId50" Type="http://schemas.openxmlformats.org/officeDocument/2006/relationships/image" Target="../media/image244.png"/><Relationship Id="rId55" Type="http://schemas.openxmlformats.org/officeDocument/2006/relationships/image" Target="../media/image249.png"/><Relationship Id="rId76" Type="http://schemas.openxmlformats.org/officeDocument/2006/relationships/image" Target="../media/image87.png"/><Relationship Id="rId7" Type="http://schemas.openxmlformats.org/officeDocument/2006/relationships/image" Target="../media/image202.png"/><Relationship Id="rId71" Type="http://schemas.openxmlformats.org/officeDocument/2006/relationships/image" Target="../media/image264.png"/><Relationship Id="rId2" Type="http://schemas.openxmlformats.org/officeDocument/2006/relationships/image" Target="../media/image124.png"/><Relationship Id="rId29" Type="http://schemas.openxmlformats.org/officeDocument/2006/relationships/image" Target="../media/image224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0.png"/><Relationship Id="rId21" Type="http://schemas.openxmlformats.org/officeDocument/2006/relationships/image" Target="../media/image285.png"/><Relationship Id="rId42" Type="http://schemas.openxmlformats.org/officeDocument/2006/relationships/image" Target="../media/image306.png"/><Relationship Id="rId47" Type="http://schemas.openxmlformats.org/officeDocument/2006/relationships/image" Target="../media/image311.png"/><Relationship Id="rId63" Type="http://schemas.openxmlformats.org/officeDocument/2006/relationships/image" Target="../media/image85.png"/><Relationship Id="rId68" Type="http://schemas.openxmlformats.org/officeDocument/2006/relationships/image" Target="../media/image325.png"/><Relationship Id="rId7" Type="http://schemas.openxmlformats.org/officeDocument/2006/relationships/image" Target="../media/image271.png"/><Relationship Id="rId2" Type="http://schemas.openxmlformats.org/officeDocument/2006/relationships/image" Target="../media/image266.png"/><Relationship Id="rId16" Type="http://schemas.openxmlformats.org/officeDocument/2006/relationships/image" Target="../media/image280.png"/><Relationship Id="rId29" Type="http://schemas.openxmlformats.org/officeDocument/2006/relationships/image" Target="../media/image293.png"/><Relationship Id="rId11" Type="http://schemas.openxmlformats.org/officeDocument/2006/relationships/image" Target="../media/image275.png"/><Relationship Id="rId24" Type="http://schemas.openxmlformats.org/officeDocument/2006/relationships/image" Target="../media/image288.png"/><Relationship Id="rId32" Type="http://schemas.openxmlformats.org/officeDocument/2006/relationships/image" Target="../media/image296.png"/><Relationship Id="rId37" Type="http://schemas.openxmlformats.org/officeDocument/2006/relationships/image" Target="../media/image301.png"/><Relationship Id="rId40" Type="http://schemas.openxmlformats.org/officeDocument/2006/relationships/image" Target="../media/image304.png"/><Relationship Id="rId45" Type="http://schemas.openxmlformats.org/officeDocument/2006/relationships/image" Target="../media/image309.png"/><Relationship Id="rId53" Type="http://schemas.openxmlformats.org/officeDocument/2006/relationships/image" Target="../media/image317.png"/><Relationship Id="rId58" Type="http://schemas.openxmlformats.org/officeDocument/2006/relationships/image" Target="../media/image322.png"/><Relationship Id="rId66" Type="http://schemas.openxmlformats.org/officeDocument/2006/relationships/image" Target="../media/image88.png"/><Relationship Id="rId5" Type="http://schemas.openxmlformats.org/officeDocument/2006/relationships/image" Target="../media/image269.png"/><Relationship Id="rId61" Type="http://schemas.openxmlformats.org/officeDocument/2006/relationships/image" Target="../media/image83.png"/><Relationship Id="rId19" Type="http://schemas.openxmlformats.org/officeDocument/2006/relationships/image" Target="../media/image283.png"/><Relationship Id="rId14" Type="http://schemas.openxmlformats.org/officeDocument/2006/relationships/image" Target="../media/image278.png"/><Relationship Id="rId22" Type="http://schemas.openxmlformats.org/officeDocument/2006/relationships/image" Target="../media/image286.png"/><Relationship Id="rId27" Type="http://schemas.openxmlformats.org/officeDocument/2006/relationships/image" Target="../media/image291.png"/><Relationship Id="rId30" Type="http://schemas.openxmlformats.org/officeDocument/2006/relationships/image" Target="../media/image294.png"/><Relationship Id="rId35" Type="http://schemas.openxmlformats.org/officeDocument/2006/relationships/image" Target="../media/image299.png"/><Relationship Id="rId43" Type="http://schemas.openxmlformats.org/officeDocument/2006/relationships/image" Target="../media/image307.png"/><Relationship Id="rId48" Type="http://schemas.openxmlformats.org/officeDocument/2006/relationships/image" Target="../media/image312.png"/><Relationship Id="rId56" Type="http://schemas.openxmlformats.org/officeDocument/2006/relationships/image" Target="../media/image320.png"/><Relationship Id="rId64" Type="http://schemas.openxmlformats.org/officeDocument/2006/relationships/image" Target="../media/image86.png"/><Relationship Id="rId69" Type="http://schemas.openxmlformats.org/officeDocument/2006/relationships/image" Target="../media/image91.png"/><Relationship Id="rId8" Type="http://schemas.openxmlformats.org/officeDocument/2006/relationships/image" Target="../media/image272.png"/><Relationship Id="rId51" Type="http://schemas.openxmlformats.org/officeDocument/2006/relationships/image" Target="../media/image315.png"/><Relationship Id="rId3" Type="http://schemas.openxmlformats.org/officeDocument/2006/relationships/image" Target="../media/image267.png"/><Relationship Id="rId12" Type="http://schemas.openxmlformats.org/officeDocument/2006/relationships/image" Target="../media/image276.png"/><Relationship Id="rId17" Type="http://schemas.openxmlformats.org/officeDocument/2006/relationships/image" Target="../media/image281.png"/><Relationship Id="rId25" Type="http://schemas.openxmlformats.org/officeDocument/2006/relationships/image" Target="../media/image289.png"/><Relationship Id="rId33" Type="http://schemas.openxmlformats.org/officeDocument/2006/relationships/image" Target="../media/image297.png"/><Relationship Id="rId38" Type="http://schemas.openxmlformats.org/officeDocument/2006/relationships/image" Target="../media/image302.png"/><Relationship Id="rId46" Type="http://schemas.openxmlformats.org/officeDocument/2006/relationships/image" Target="../media/image310.png"/><Relationship Id="rId59" Type="http://schemas.openxmlformats.org/officeDocument/2006/relationships/image" Target="../media/image323.png"/><Relationship Id="rId67" Type="http://schemas.openxmlformats.org/officeDocument/2006/relationships/image" Target="../media/image89.png"/><Relationship Id="rId20" Type="http://schemas.openxmlformats.org/officeDocument/2006/relationships/image" Target="../media/image284.png"/><Relationship Id="rId41" Type="http://schemas.openxmlformats.org/officeDocument/2006/relationships/image" Target="../media/image305.png"/><Relationship Id="rId54" Type="http://schemas.openxmlformats.org/officeDocument/2006/relationships/image" Target="../media/image318.png"/><Relationship Id="rId62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0.png"/><Relationship Id="rId15" Type="http://schemas.openxmlformats.org/officeDocument/2006/relationships/image" Target="../media/image279.png"/><Relationship Id="rId23" Type="http://schemas.openxmlformats.org/officeDocument/2006/relationships/image" Target="../media/image287.png"/><Relationship Id="rId28" Type="http://schemas.openxmlformats.org/officeDocument/2006/relationships/image" Target="../media/image292.png"/><Relationship Id="rId36" Type="http://schemas.openxmlformats.org/officeDocument/2006/relationships/image" Target="../media/image300.png"/><Relationship Id="rId49" Type="http://schemas.openxmlformats.org/officeDocument/2006/relationships/image" Target="../media/image313.png"/><Relationship Id="rId57" Type="http://schemas.openxmlformats.org/officeDocument/2006/relationships/image" Target="../media/image321.png"/><Relationship Id="rId10" Type="http://schemas.openxmlformats.org/officeDocument/2006/relationships/image" Target="../media/image274.png"/><Relationship Id="rId31" Type="http://schemas.openxmlformats.org/officeDocument/2006/relationships/image" Target="../media/image295.png"/><Relationship Id="rId44" Type="http://schemas.openxmlformats.org/officeDocument/2006/relationships/image" Target="../media/image308.png"/><Relationship Id="rId52" Type="http://schemas.openxmlformats.org/officeDocument/2006/relationships/image" Target="../media/image316.png"/><Relationship Id="rId60" Type="http://schemas.openxmlformats.org/officeDocument/2006/relationships/image" Target="../media/image324.png"/><Relationship Id="rId65" Type="http://schemas.openxmlformats.org/officeDocument/2006/relationships/image" Target="../media/image87.png"/><Relationship Id="rId4" Type="http://schemas.openxmlformats.org/officeDocument/2006/relationships/image" Target="../media/image268.png"/><Relationship Id="rId9" Type="http://schemas.openxmlformats.org/officeDocument/2006/relationships/image" Target="../media/image273.png"/><Relationship Id="rId13" Type="http://schemas.openxmlformats.org/officeDocument/2006/relationships/image" Target="../media/image277.png"/><Relationship Id="rId18" Type="http://schemas.openxmlformats.org/officeDocument/2006/relationships/image" Target="../media/image282.png"/><Relationship Id="rId39" Type="http://schemas.openxmlformats.org/officeDocument/2006/relationships/image" Target="../media/image303.png"/><Relationship Id="rId34" Type="http://schemas.openxmlformats.org/officeDocument/2006/relationships/image" Target="../media/image298.png"/><Relationship Id="rId50" Type="http://schemas.openxmlformats.org/officeDocument/2006/relationships/image" Target="../media/image314.png"/><Relationship Id="rId55" Type="http://schemas.openxmlformats.org/officeDocument/2006/relationships/image" Target="../media/image31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4.png"/><Relationship Id="rId18" Type="http://schemas.openxmlformats.org/officeDocument/2006/relationships/image" Target="../media/image40.png"/><Relationship Id="rId26" Type="http://schemas.openxmlformats.org/officeDocument/2006/relationships/image" Target="../media/image346.png"/><Relationship Id="rId39" Type="http://schemas.openxmlformats.org/officeDocument/2006/relationships/image" Target="../media/image83.png"/><Relationship Id="rId21" Type="http://schemas.openxmlformats.org/officeDocument/2006/relationships/image" Target="../media/image341.png"/><Relationship Id="rId34" Type="http://schemas.openxmlformats.org/officeDocument/2006/relationships/image" Target="../media/image353.png"/><Relationship Id="rId42" Type="http://schemas.openxmlformats.org/officeDocument/2006/relationships/image" Target="../media/image86.png"/><Relationship Id="rId47" Type="http://schemas.openxmlformats.org/officeDocument/2006/relationships/image" Target="../media/image91.png"/><Relationship Id="rId7" Type="http://schemas.openxmlformats.org/officeDocument/2006/relationships/image" Target="../media/image272.png"/><Relationship Id="rId2" Type="http://schemas.openxmlformats.org/officeDocument/2006/relationships/image" Target="../media/image124.png"/><Relationship Id="rId16" Type="http://schemas.openxmlformats.org/officeDocument/2006/relationships/image" Target="../media/image337.png"/><Relationship Id="rId29" Type="http://schemas.openxmlformats.org/officeDocument/2006/relationships/image" Target="../media/image20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8.png"/><Relationship Id="rId11" Type="http://schemas.openxmlformats.org/officeDocument/2006/relationships/image" Target="../media/image332.png"/><Relationship Id="rId24" Type="http://schemas.openxmlformats.org/officeDocument/2006/relationships/image" Target="../media/image344.png"/><Relationship Id="rId32" Type="http://schemas.openxmlformats.org/officeDocument/2006/relationships/image" Target="../media/image351.png"/><Relationship Id="rId37" Type="http://schemas.openxmlformats.org/officeDocument/2006/relationships/image" Target="../media/image356.png"/><Relationship Id="rId40" Type="http://schemas.openxmlformats.org/officeDocument/2006/relationships/image" Target="../media/image84.png"/><Relationship Id="rId45" Type="http://schemas.openxmlformats.org/officeDocument/2006/relationships/image" Target="../media/image89.png"/><Relationship Id="rId5" Type="http://schemas.openxmlformats.org/officeDocument/2006/relationships/image" Target="../media/image327.png"/><Relationship Id="rId15" Type="http://schemas.openxmlformats.org/officeDocument/2006/relationships/image" Target="../media/image336.png"/><Relationship Id="rId23" Type="http://schemas.openxmlformats.org/officeDocument/2006/relationships/image" Target="../media/image343.png"/><Relationship Id="rId28" Type="http://schemas.openxmlformats.org/officeDocument/2006/relationships/image" Target="../media/image348.png"/><Relationship Id="rId36" Type="http://schemas.openxmlformats.org/officeDocument/2006/relationships/image" Target="../media/image355.png"/><Relationship Id="rId10" Type="http://schemas.openxmlformats.org/officeDocument/2006/relationships/image" Target="../media/image331.png"/><Relationship Id="rId19" Type="http://schemas.openxmlformats.org/officeDocument/2006/relationships/image" Target="../media/image339.png"/><Relationship Id="rId31" Type="http://schemas.openxmlformats.org/officeDocument/2006/relationships/image" Target="../media/image350.png"/><Relationship Id="rId44" Type="http://schemas.openxmlformats.org/officeDocument/2006/relationships/image" Target="../media/image88.png"/><Relationship Id="rId4" Type="http://schemas.openxmlformats.org/officeDocument/2006/relationships/image" Target="../media/image326.png"/><Relationship Id="rId9" Type="http://schemas.openxmlformats.org/officeDocument/2006/relationships/image" Target="../media/image330.png"/><Relationship Id="rId14" Type="http://schemas.openxmlformats.org/officeDocument/2006/relationships/image" Target="../media/image335.png"/><Relationship Id="rId22" Type="http://schemas.openxmlformats.org/officeDocument/2006/relationships/image" Target="../media/image342.png"/><Relationship Id="rId27" Type="http://schemas.openxmlformats.org/officeDocument/2006/relationships/image" Target="../media/image347.png"/><Relationship Id="rId30" Type="http://schemas.openxmlformats.org/officeDocument/2006/relationships/image" Target="../media/image349.png"/><Relationship Id="rId35" Type="http://schemas.openxmlformats.org/officeDocument/2006/relationships/image" Target="../media/image354.png"/><Relationship Id="rId43" Type="http://schemas.openxmlformats.org/officeDocument/2006/relationships/image" Target="../media/image87.png"/><Relationship Id="rId8" Type="http://schemas.openxmlformats.org/officeDocument/2006/relationships/image" Target="../media/image329.png"/><Relationship Id="rId3" Type="http://schemas.openxmlformats.org/officeDocument/2006/relationships/image" Target="../media/image125.png"/><Relationship Id="rId12" Type="http://schemas.openxmlformats.org/officeDocument/2006/relationships/image" Target="../media/image333.png"/><Relationship Id="rId17" Type="http://schemas.openxmlformats.org/officeDocument/2006/relationships/image" Target="../media/image338.png"/><Relationship Id="rId25" Type="http://schemas.openxmlformats.org/officeDocument/2006/relationships/image" Target="../media/image345.png"/><Relationship Id="rId33" Type="http://schemas.openxmlformats.org/officeDocument/2006/relationships/image" Target="../media/image352.png"/><Relationship Id="rId38" Type="http://schemas.openxmlformats.org/officeDocument/2006/relationships/image" Target="../media/image357.png"/><Relationship Id="rId46" Type="http://schemas.openxmlformats.org/officeDocument/2006/relationships/image" Target="../media/image358.png"/><Relationship Id="rId20" Type="http://schemas.openxmlformats.org/officeDocument/2006/relationships/image" Target="../media/image340.png"/><Relationship Id="rId41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7.png"/><Relationship Id="rId18" Type="http://schemas.openxmlformats.org/officeDocument/2006/relationships/image" Target="../media/image372.png"/><Relationship Id="rId26" Type="http://schemas.openxmlformats.org/officeDocument/2006/relationships/image" Target="../media/image380.png"/><Relationship Id="rId39" Type="http://schemas.openxmlformats.org/officeDocument/2006/relationships/image" Target="../media/image393.png"/><Relationship Id="rId21" Type="http://schemas.openxmlformats.org/officeDocument/2006/relationships/image" Target="../media/image375.png"/><Relationship Id="rId34" Type="http://schemas.openxmlformats.org/officeDocument/2006/relationships/image" Target="../media/image388.png"/><Relationship Id="rId42" Type="http://schemas.openxmlformats.org/officeDocument/2006/relationships/image" Target="../media/image396.png"/><Relationship Id="rId47" Type="http://schemas.openxmlformats.org/officeDocument/2006/relationships/image" Target="../media/image401.png"/><Relationship Id="rId50" Type="http://schemas.openxmlformats.org/officeDocument/2006/relationships/image" Target="../media/image404.jpg"/><Relationship Id="rId55" Type="http://schemas.openxmlformats.org/officeDocument/2006/relationships/image" Target="../media/image87.png"/><Relationship Id="rId7" Type="http://schemas.openxmlformats.org/officeDocument/2006/relationships/image" Target="../media/image361.png"/><Relationship Id="rId2" Type="http://schemas.openxmlformats.org/officeDocument/2006/relationships/image" Target="../media/image124.png"/><Relationship Id="rId16" Type="http://schemas.openxmlformats.org/officeDocument/2006/relationships/image" Target="../media/image370.png"/><Relationship Id="rId29" Type="http://schemas.openxmlformats.org/officeDocument/2006/relationships/image" Target="../media/image383.png"/><Relationship Id="rId11" Type="http://schemas.openxmlformats.org/officeDocument/2006/relationships/image" Target="../media/image365.png"/><Relationship Id="rId24" Type="http://schemas.openxmlformats.org/officeDocument/2006/relationships/image" Target="../media/image378.png"/><Relationship Id="rId32" Type="http://schemas.openxmlformats.org/officeDocument/2006/relationships/image" Target="../media/image386.png"/><Relationship Id="rId37" Type="http://schemas.openxmlformats.org/officeDocument/2006/relationships/image" Target="../media/image391.png"/><Relationship Id="rId40" Type="http://schemas.openxmlformats.org/officeDocument/2006/relationships/image" Target="../media/image394.png"/><Relationship Id="rId45" Type="http://schemas.openxmlformats.org/officeDocument/2006/relationships/image" Target="../media/image399.png"/><Relationship Id="rId53" Type="http://schemas.openxmlformats.org/officeDocument/2006/relationships/image" Target="../media/image85.png"/><Relationship Id="rId58" Type="http://schemas.openxmlformats.org/officeDocument/2006/relationships/image" Target="../media/image405.png"/><Relationship Id="rId5" Type="http://schemas.openxmlformats.org/officeDocument/2006/relationships/image" Target="../media/image359.png"/><Relationship Id="rId19" Type="http://schemas.openxmlformats.org/officeDocument/2006/relationships/image" Target="../media/image373.png"/><Relationship Id="rId4" Type="http://schemas.openxmlformats.org/officeDocument/2006/relationships/image" Target="../media/image126.png"/><Relationship Id="rId9" Type="http://schemas.openxmlformats.org/officeDocument/2006/relationships/image" Target="../media/image363.png"/><Relationship Id="rId14" Type="http://schemas.openxmlformats.org/officeDocument/2006/relationships/image" Target="../media/image368.png"/><Relationship Id="rId22" Type="http://schemas.openxmlformats.org/officeDocument/2006/relationships/image" Target="../media/image376.png"/><Relationship Id="rId27" Type="http://schemas.openxmlformats.org/officeDocument/2006/relationships/image" Target="../media/image381.png"/><Relationship Id="rId30" Type="http://schemas.openxmlformats.org/officeDocument/2006/relationships/image" Target="../media/image384.png"/><Relationship Id="rId35" Type="http://schemas.openxmlformats.org/officeDocument/2006/relationships/image" Target="../media/image389.png"/><Relationship Id="rId43" Type="http://schemas.openxmlformats.org/officeDocument/2006/relationships/image" Target="../media/image397.png"/><Relationship Id="rId48" Type="http://schemas.openxmlformats.org/officeDocument/2006/relationships/image" Target="../media/image402.png"/><Relationship Id="rId56" Type="http://schemas.openxmlformats.org/officeDocument/2006/relationships/image" Target="../media/image88.png"/><Relationship Id="rId8" Type="http://schemas.openxmlformats.org/officeDocument/2006/relationships/image" Target="../media/image362.png"/><Relationship Id="rId51" Type="http://schemas.openxmlformats.org/officeDocument/2006/relationships/image" Target="../media/image83.png"/><Relationship Id="rId3" Type="http://schemas.openxmlformats.org/officeDocument/2006/relationships/image" Target="../media/image125.png"/><Relationship Id="rId12" Type="http://schemas.openxmlformats.org/officeDocument/2006/relationships/image" Target="../media/image366.png"/><Relationship Id="rId17" Type="http://schemas.openxmlformats.org/officeDocument/2006/relationships/image" Target="../media/image371.png"/><Relationship Id="rId25" Type="http://schemas.openxmlformats.org/officeDocument/2006/relationships/image" Target="../media/image379.png"/><Relationship Id="rId33" Type="http://schemas.openxmlformats.org/officeDocument/2006/relationships/image" Target="../media/image387.png"/><Relationship Id="rId38" Type="http://schemas.openxmlformats.org/officeDocument/2006/relationships/image" Target="../media/image392.png"/><Relationship Id="rId46" Type="http://schemas.openxmlformats.org/officeDocument/2006/relationships/image" Target="../media/image400.png"/><Relationship Id="rId59" Type="http://schemas.openxmlformats.org/officeDocument/2006/relationships/image" Target="../media/image91.png"/><Relationship Id="rId20" Type="http://schemas.openxmlformats.org/officeDocument/2006/relationships/image" Target="../media/image374.png"/><Relationship Id="rId41" Type="http://schemas.openxmlformats.org/officeDocument/2006/relationships/image" Target="../media/image395.png"/><Relationship Id="rId54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0.png"/><Relationship Id="rId15" Type="http://schemas.openxmlformats.org/officeDocument/2006/relationships/image" Target="../media/image369.png"/><Relationship Id="rId23" Type="http://schemas.openxmlformats.org/officeDocument/2006/relationships/image" Target="../media/image377.png"/><Relationship Id="rId28" Type="http://schemas.openxmlformats.org/officeDocument/2006/relationships/image" Target="../media/image382.png"/><Relationship Id="rId36" Type="http://schemas.openxmlformats.org/officeDocument/2006/relationships/image" Target="../media/image390.png"/><Relationship Id="rId49" Type="http://schemas.openxmlformats.org/officeDocument/2006/relationships/image" Target="../media/image403.png"/><Relationship Id="rId57" Type="http://schemas.openxmlformats.org/officeDocument/2006/relationships/image" Target="../media/image89.png"/><Relationship Id="rId10" Type="http://schemas.openxmlformats.org/officeDocument/2006/relationships/image" Target="../media/image364.png"/><Relationship Id="rId31" Type="http://schemas.openxmlformats.org/officeDocument/2006/relationships/image" Target="../media/image385.png"/><Relationship Id="rId44" Type="http://schemas.openxmlformats.org/officeDocument/2006/relationships/image" Target="../media/image398.png"/><Relationship Id="rId52" Type="http://schemas.openxmlformats.org/officeDocument/2006/relationships/image" Target="../media/image8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47.png"/><Relationship Id="rId5" Type="http://schemas.openxmlformats.org/officeDocument/2006/relationships/image" Target="../media/image4.png"/><Relationship Id="rId10" Type="http://schemas.openxmlformats.org/officeDocument/2006/relationships/image" Target="../media/image408.png"/><Relationship Id="rId4" Type="http://schemas.openxmlformats.org/officeDocument/2006/relationships/image" Target="../media/image3.png"/><Relationship Id="rId9" Type="http://schemas.openxmlformats.org/officeDocument/2006/relationships/image" Target="../media/image407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9.png"/><Relationship Id="rId18" Type="http://schemas.openxmlformats.org/officeDocument/2006/relationships/image" Target="../media/image424.png"/><Relationship Id="rId26" Type="http://schemas.openxmlformats.org/officeDocument/2006/relationships/image" Target="../media/image432.png"/><Relationship Id="rId39" Type="http://schemas.openxmlformats.org/officeDocument/2006/relationships/image" Target="../media/image319.png"/><Relationship Id="rId21" Type="http://schemas.openxmlformats.org/officeDocument/2006/relationships/image" Target="../media/image427.png"/><Relationship Id="rId34" Type="http://schemas.openxmlformats.org/officeDocument/2006/relationships/image" Target="../media/image440.png"/><Relationship Id="rId42" Type="http://schemas.openxmlformats.org/officeDocument/2006/relationships/image" Target="../media/image447.png"/><Relationship Id="rId47" Type="http://schemas.openxmlformats.org/officeDocument/2006/relationships/image" Target="../media/image452.png"/><Relationship Id="rId50" Type="http://schemas.openxmlformats.org/officeDocument/2006/relationships/image" Target="../media/image85.png"/><Relationship Id="rId55" Type="http://schemas.openxmlformats.org/officeDocument/2006/relationships/image" Target="../media/image453.png"/><Relationship Id="rId7" Type="http://schemas.openxmlformats.org/officeDocument/2006/relationships/image" Target="../media/image202.png"/><Relationship Id="rId2" Type="http://schemas.openxmlformats.org/officeDocument/2006/relationships/image" Target="../media/image409.png"/><Relationship Id="rId16" Type="http://schemas.openxmlformats.org/officeDocument/2006/relationships/image" Target="../media/image422.png"/><Relationship Id="rId29" Type="http://schemas.openxmlformats.org/officeDocument/2006/relationships/image" Target="../media/image435.png"/><Relationship Id="rId11" Type="http://schemas.openxmlformats.org/officeDocument/2006/relationships/image" Target="../media/image417.png"/><Relationship Id="rId24" Type="http://schemas.openxmlformats.org/officeDocument/2006/relationships/image" Target="../media/image430.png"/><Relationship Id="rId32" Type="http://schemas.openxmlformats.org/officeDocument/2006/relationships/image" Target="../media/image438.png"/><Relationship Id="rId37" Type="http://schemas.openxmlformats.org/officeDocument/2006/relationships/image" Target="../media/image443.png"/><Relationship Id="rId40" Type="http://schemas.openxmlformats.org/officeDocument/2006/relationships/image" Target="../media/image445.png"/><Relationship Id="rId45" Type="http://schemas.openxmlformats.org/officeDocument/2006/relationships/image" Target="../media/image450.png"/><Relationship Id="rId53" Type="http://schemas.openxmlformats.org/officeDocument/2006/relationships/image" Target="../media/image88.png"/><Relationship Id="rId5" Type="http://schemas.openxmlformats.org/officeDocument/2006/relationships/image" Target="../media/image412.png"/><Relationship Id="rId19" Type="http://schemas.openxmlformats.org/officeDocument/2006/relationships/image" Target="../media/image425.png"/><Relationship Id="rId4" Type="http://schemas.openxmlformats.org/officeDocument/2006/relationships/image" Target="../media/image411.png"/><Relationship Id="rId9" Type="http://schemas.openxmlformats.org/officeDocument/2006/relationships/image" Target="../media/image415.png"/><Relationship Id="rId14" Type="http://schemas.openxmlformats.org/officeDocument/2006/relationships/image" Target="../media/image420.png"/><Relationship Id="rId22" Type="http://schemas.openxmlformats.org/officeDocument/2006/relationships/image" Target="../media/image428.png"/><Relationship Id="rId27" Type="http://schemas.openxmlformats.org/officeDocument/2006/relationships/image" Target="../media/image433.png"/><Relationship Id="rId30" Type="http://schemas.openxmlformats.org/officeDocument/2006/relationships/image" Target="../media/image436.png"/><Relationship Id="rId35" Type="http://schemas.openxmlformats.org/officeDocument/2006/relationships/image" Target="../media/image441.png"/><Relationship Id="rId43" Type="http://schemas.openxmlformats.org/officeDocument/2006/relationships/image" Target="../media/image448.png"/><Relationship Id="rId48" Type="http://schemas.openxmlformats.org/officeDocument/2006/relationships/image" Target="../media/image83.png"/><Relationship Id="rId56" Type="http://schemas.openxmlformats.org/officeDocument/2006/relationships/image" Target="../media/image91.png"/><Relationship Id="rId8" Type="http://schemas.openxmlformats.org/officeDocument/2006/relationships/image" Target="../media/image414.png"/><Relationship Id="rId51" Type="http://schemas.openxmlformats.org/officeDocument/2006/relationships/image" Target="../media/image86.png"/><Relationship Id="rId3" Type="http://schemas.openxmlformats.org/officeDocument/2006/relationships/image" Target="../media/image410.png"/><Relationship Id="rId12" Type="http://schemas.openxmlformats.org/officeDocument/2006/relationships/image" Target="../media/image418.png"/><Relationship Id="rId17" Type="http://schemas.openxmlformats.org/officeDocument/2006/relationships/image" Target="../media/image423.png"/><Relationship Id="rId25" Type="http://schemas.openxmlformats.org/officeDocument/2006/relationships/image" Target="../media/image431.png"/><Relationship Id="rId33" Type="http://schemas.openxmlformats.org/officeDocument/2006/relationships/image" Target="../media/image439.png"/><Relationship Id="rId38" Type="http://schemas.openxmlformats.org/officeDocument/2006/relationships/image" Target="../media/image444.png"/><Relationship Id="rId46" Type="http://schemas.openxmlformats.org/officeDocument/2006/relationships/image" Target="../media/image451.png"/><Relationship Id="rId20" Type="http://schemas.openxmlformats.org/officeDocument/2006/relationships/image" Target="../media/image426.png"/><Relationship Id="rId41" Type="http://schemas.openxmlformats.org/officeDocument/2006/relationships/image" Target="../media/image446.png"/><Relationship Id="rId54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3.png"/><Relationship Id="rId15" Type="http://schemas.openxmlformats.org/officeDocument/2006/relationships/image" Target="../media/image421.png"/><Relationship Id="rId23" Type="http://schemas.openxmlformats.org/officeDocument/2006/relationships/image" Target="../media/image429.png"/><Relationship Id="rId28" Type="http://schemas.openxmlformats.org/officeDocument/2006/relationships/image" Target="../media/image434.png"/><Relationship Id="rId36" Type="http://schemas.openxmlformats.org/officeDocument/2006/relationships/image" Target="../media/image442.png"/><Relationship Id="rId49" Type="http://schemas.openxmlformats.org/officeDocument/2006/relationships/image" Target="../media/image84.png"/><Relationship Id="rId57" Type="http://schemas.openxmlformats.org/officeDocument/2006/relationships/image" Target="../media/image454.jpg"/><Relationship Id="rId10" Type="http://schemas.openxmlformats.org/officeDocument/2006/relationships/image" Target="../media/image416.jpg"/><Relationship Id="rId31" Type="http://schemas.openxmlformats.org/officeDocument/2006/relationships/image" Target="../media/image437.png"/><Relationship Id="rId44" Type="http://schemas.openxmlformats.org/officeDocument/2006/relationships/image" Target="../media/image449.png"/><Relationship Id="rId52" Type="http://schemas.openxmlformats.org/officeDocument/2006/relationships/image" Target="../media/image8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5.png"/><Relationship Id="rId13" Type="http://schemas.openxmlformats.org/officeDocument/2006/relationships/image" Target="../media/image45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4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95.png"/><Relationship Id="rId5" Type="http://schemas.openxmlformats.org/officeDocument/2006/relationships/image" Target="../media/image4.png"/><Relationship Id="rId10" Type="http://schemas.openxmlformats.org/officeDocument/2006/relationships/image" Target="../media/image457.png"/><Relationship Id="rId4" Type="http://schemas.openxmlformats.org/officeDocument/2006/relationships/image" Target="../media/image3.png"/><Relationship Id="rId9" Type="http://schemas.openxmlformats.org/officeDocument/2006/relationships/image" Target="../media/image456.png"/><Relationship Id="rId1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1.png"/><Relationship Id="rId18" Type="http://schemas.openxmlformats.org/officeDocument/2006/relationships/image" Target="../media/image476.png"/><Relationship Id="rId26" Type="http://schemas.openxmlformats.org/officeDocument/2006/relationships/image" Target="../media/image484.png"/><Relationship Id="rId39" Type="http://schemas.openxmlformats.org/officeDocument/2006/relationships/image" Target="../media/image496.png"/><Relationship Id="rId21" Type="http://schemas.openxmlformats.org/officeDocument/2006/relationships/image" Target="../media/image479.png"/><Relationship Id="rId34" Type="http://schemas.openxmlformats.org/officeDocument/2006/relationships/image" Target="../media/image491.png"/><Relationship Id="rId42" Type="http://schemas.openxmlformats.org/officeDocument/2006/relationships/image" Target="../media/image436.png"/><Relationship Id="rId47" Type="http://schemas.openxmlformats.org/officeDocument/2006/relationships/image" Target="../media/image503.png"/><Relationship Id="rId50" Type="http://schemas.openxmlformats.org/officeDocument/2006/relationships/image" Target="../media/image84.png"/><Relationship Id="rId55" Type="http://schemas.openxmlformats.org/officeDocument/2006/relationships/image" Target="../media/image89.png"/><Relationship Id="rId7" Type="http://schemas.openxmlformats.org/officeDocument/2006/relationships/image" Target="../media/image465.png"/><Relationship Id="rId2" Type="http://schemas.openxmlformats.org/officeDocument/2006/relationships/image" Target="../media/image460.png"/><Relationship Id="rId16" Type="http://schemas.openxmlformats.org/officeDocument/2006/relationships/image" Target="../media/image474.png"/><Relationship Id="rId29" Type="http://schemas.openxmlformats.org/officeDocument/2006/relationships/image" Target="../media/image487.png"/><Relationship Id="rId11" Type="http://schemas.openxmlformats.org/officeDocument/2006/relationships/image" Target="../media/image469.png"/><Relationship Id="rId24" Type="http://schemas.openxmlformats.org/officeDocument/2006/relationships/image" Target="../media/image482.png"/><Relationship Id="rId32" Type="http://schemas.openxmlformats.org/officeDocument/2006/relationships/image" Target="../media/image490.png"/><Relationship Id="rId37" Type="http://schemas.openxmlformats.org/officeDocument/2006/relationships/image" Target="../media/image494.png"/><Relationship Id="rId40" Type="http://schemas.openxmlformats.org/officeDocument/2006/relationships/image" Target="../media/image497.png"/><Relationship Id="rId45" Type="http://schemas.openxmlformats.org/officeDocument/2006/relationships/image" Target="../media/image501.png"/><Relationship Id="rId53" Type="http://schemas.openxmlformats.org/officeDocument/2006/relationships/image" Target="../media/image87.png"/><Relationship Id="rId58" Type="http://schemas.openxmlformats.org/officeDocument/2006/relationships/image" Target="../media/image506.png"/><Relationship Id="rId5" Type="http://schemas.openxmlformats.org/officeDocument/2006/relationships/image" Target="../media/image463.png"/><Relationship Id="rId19" Type="http://schemas.openxmlformats.org/officeDocument/2006/relationships/image" Target="../media/image477.png"/><Relationship Id="rId4" Type="http://schemas.openxmlformats.org/officeDocument/2006/relationships/image" Target="../media/image462.png"/><Relationship Id="rId9" Type="http://schemas.openxmlformats.org/officeDocument/2006/relationships/image" Target="../media/image467.png"/><Relationship Id="rId14" Type="http://schemas.openxmlformats.org/officeDocument/2006/relationships/image" Target="../media/image472.png"/><Relationship Id="rId22" Type="http://schemas.openxmlformats.org/officeDocument/2006/relationships/image" Target="../media/image480.png"/><Relationship Id="rId27" Type="http://schemas.openxmlformats.org/officeDocument/2006/relationships/image" Target="../media/image485.png"/><Relationship Id="rId30" Type="http://schemas.openxmlformats.org/officeDocument/2006/relationships/image" Target="../media/image488.png"/><Relationship Id="rId35" Type="http://schemas.openxmlformats.org/officeDocument/2006/relationships/image" Target="../media/image492.png"/><Relationship Id="rId43" Type="http://schemas.openxmlformats.org/officeDocument/2006/relationships/image" Target="../media/image499.png"/><Relationship Id="rId48" Type="http://schemas.openxmlformats.org/officeDocument/2006/relationships/image" Target="../media/image504.png"/><Relationship Id="rId56" Type="http://schemas.openxmlformats.org/officeDocument/2006/relationships/image" Target="../media/image505.png"/><Relationship Id="rId8" Type="http://schemas.openxmlformats.org/officeDocument/2006/relationships/image" Target="../media/image466.png"/><Relationship Id="rId51" Type="http://schemas.openxmlformats.org/officeDocument/2006/relationships/image" Target="../media/image85.png"/><Relationship Id="rId3" Type="http://schemas.openxmlformats.org/officeDocument/2006/relationships/image" Target="../media/image461.png"/><Relationship Id="rId12" Type="http://schemas.openxmlformats.org/officeDocument/2006/relationships/image" Target="../media/image470.png"/><Relationship Id="rId17" Type="http://schemas.openxmlformats.org/officeDocument/2006/relationships/image" Target="../media/image475.png"/><Relationship Id="rId25" Type="http://schemas.openxmlformats.org/officeDocument/2006/relationships/image" Target="../media/image483.png"/><Relationship Id="rId33" Type="http://schemas.openxmlformats.org/officeDocument/2006/relationships/image" Target="../media/image429.png"/><Relationship Id="rId38" Type="http://schemas.openxmlformats.org/officeDocument/2006/relationships/image" Target="../media/image495.png"/><Relationship Id="rId46" Type="http://schemas.openxmlformats.org/officeDocument/2006/relationships/image" Target="../media/image502.png"/><Relationship Id="rId20" Type="http://schemas.openxmlformats.org/officeDocument/2006/relationships/image" Target="../media/image478.png"/><Relationship Id="rId41" Type="http://schemas.openxmlformats.org/officeDocument/2006/relationships/image" Target="../media/image498.png"/><Relationship Id="rId54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4.png"/><Relationship Id="rId15" Type="http://schemas.openxmlformats.org/officeDocument/2006/relationships/image" Target="../media/image473.png"/><Relationship Id="rId23" Type="http://schemas.openxmlformats.org/officeDocument/2006/relationships/image" Target="../media/image481.png"/><Relationship Id="rId28" Type="http://schemas.openxmlformats.org/officeDocument/2006/relationships/image" Target="../media/image486.png"/><Relationship Id="rId36" Type="http://schemas.openxmlformats.org/officeDocument/2006/relationships/image" Target="../media/image493.png"/><Relationship Id="rId49" Type="http://schemas.openxmlformats.org/officeDocument/2006/relationships/image" Target="../media/image83.png"/><Relationship Id="rId57" Type="http://schemas.openxmlformats.org/officeDocument/2006/relationships/image" Target="../media/image91.png"/><Relationship Id="rId10" Type="http://schemas.openxmlformats.org/officeDocument/2006/relationships/image" Target="../media/image468.png"/><Relationship Id="rId31" Type="http://schemas.openxmlformats.org/officeDocument/2006/relationships/image" Target="../media/image489.png"/><Relationship Id="rId44" Type="http://schemas.openxmlformats.org/officeDocument/2006/relationships/image" Target="../media/image500.png"/><Relationship Id="rId52" Type="http://schemas.openxmlformats.org/officeDocument/2006/relationships/image" Target="../media/image86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4.png"/><Relationship Id="rId18" Type="http://schemas.openxmlformats.org/officeDocument/2006/relationships/image" Target="../media/image518.png"/><Relationship Id="rId26" Type="http://schemas.openxmlformats.org/officeDocument/2006/relationships/image" Target="../media/image526.png"/><Relationship Id="rId39" Type="http://schemas.openxmlformats.org/officeDocument/2006/relationships/image" Target="../media/image535.png"/><Relationship Id="rId21" Type="http://schemas.openxmlformats.org/officeDocument/2006/relationships/image" Target="../media/image521.png"/><Relationship Id="rId34" Type="http://schemas.openxmlformats.org/officeDocument/2006/relationships/image" Target="../media/image171.png"/><Relationship Id="rId42" Type="http://schemas.openxmlformats.org/officeDocument/2006/relationships/image" Target="../media/image83.png"/><Relationship Id="rId47" Type="http://schemas.openxmlformats.org/officeDocument/2006/relationships/image" Target="../media/image88.png"/><Relationship Id="rId50" Type="http://schemas.openxmlformats.org/officeDocument/2006/relationships/image" Target="../media/image91.png"/><Relationship Id="rId7" Type="http://schemas.openxmlformats.org/officeDocument/2006/relationships/image" Target="../media/image465.png"/><Relationship Id="rId2" Type="http://schemas.openxmlformats.org/officeDocument/2006/relationships/image" Target="../media/image460.png"/><Relationship Id="rId16" Type="http://schemas.openxmlformats.org/officeDocument/2006/relationships/image" Target="../media/image516.png"/><Relationship Id="rId29" Type="http://schemas.openxmlformats.org/officeDocument/2006/relationships/image" Target="../media/image528.png"/><Relationship Id="rId11" Type="http://schemas.openxmlformats.org/officeDocument/2006/relationships/image" Target="../media/image512.png"/><Relationship Id="rId24" Type="http://schemas.openxmlformats.org/officeDocument/2006/relationships/image" Target="../media/image524.png"/><Relationship Id="rId32" Type="http://schemas.openxmlformats.org/officeDocument/2006/relationships/image" Target="../media/image155.png"/><Relationship Id="rId37" Type="http://schemas.openxmlformats.org/officeDocument/2006/relationships/image" Target="../media/image533.png"/><Relationship Id="rId40" Type="http://schemas.openxmlformats.org/officeDocument/2006/relationships/image" Target="../media/image484.png"/><Relationship Id="rId45" Type="http://schemas.openxmlformats.org/officeDocument/2006/relationships/image" Target="../media/image86.png"/><Relationship Id="rId5" Type="http://schemas.openxmlformats.org/officeDocument/2006/relationships/image" Target="../media/image507.png"/><Relationship Id="rId15" Type="http://schemas.openxmlformats.org/officeDocument/2006/relationships/image" Target="../media/image515.png"/><Relationship Id="rId23" Type="http://schemas.openxmlformats.org/officeDocument/2006/relationships/image" Target="../media/image523.png"/><Relationship Id="rId28" Type="http://schemas.openxmlformats.org/officeDocument/2006/relationships/image" Target="../media/image213.png"/><Relationship Id="rId36" Type="http://schemas.openxmlformats.org/officeDocument/2006/relationships/image" Target="../media/image532.png"/><Relationship Id="rId49" Type="http://schemas.openxmlformats.org/officeDocument/2006/relationships/image" Target="../media/image537.png"/><Relationship Id="rId10" Type="http://schemas.openxmlformats.org/officeDocument/2006/relationships/image" Target="../media/image511.png"/><Relationship Id="rId19" Type="http://schemas.openxmlformats.org/officeDocument/2006/relationships/image" Target="../media/image519.png"/><Relationship Id="rId31" Type="http://schemas.openxmlformats.org/officeDocument/2006/relationships/image" Target="../media/image154.png"/><Relationship Id="rId44" Type="http://schemas.openxmlformats.org/officeDocument/2006/relationships/image" Target="../media/image85.png"/><Relationship Id="rId4" Type="http://schemas.openxmlformats.org/officeDocument/2006/relationships/image" Target="../media/image462.png"/><Relationship Id="rId9" Type="http://schemas.openxmlformats.org/officeDocument/2006/relationships/image" Target="../media/image510.png"/><Relationship Id="rId14" Type="http://schemas.openxmlformats.org/officeDocument/2006/relationships/image" Target="../media/image478.png"/><Relationship Id="rId22" Type="http://schemas.openxmlformats.org/officeDocument/2006/relationships/image" Target="../media/image522.png"/><Relationship Id="rId27" Type="http://schemas.openxmlformats.org/officeDocument/2006/relationships/image" Target="../media/image527.png"/><Relationship Id="rId30" Type="http://schemas.openxmlformats.org/officeDocument/2006/relationships/image" Target="../media/image529.png"/><Relationship Id="rId35" Type="http://schemas.openxmlformats.org/officeDocument/2006/relationships/image" Target="../media/image531.png"/><Relationship Id="rId43" Type="http://schemas.openxmlformats.org/officeDocument/2006/relationships/image" Target="../media/image84.png"/><Relationship Id="rId48" Type="http://schemas.openxmlformats.org/officeDocument/2006/relationships/image" Target="../media/image89.png"/><Relationship Id="rId8" Type="http://schemas.openxmlformats.org/officeDocument/2006/relationships/image" Target="../media/image509.png"/><Relationship Id="rId3" Type="http://schemas.openxmlformats.org/officeDocument/2006/relationships/image" Target="../media/image461.png"/><Relationship Id="rId12" Type="http://schemas.openxmlformats.org/officeDocument/2006/relationships/image" Target="../media/image513.png"/><Relationship Id="rId17" Type="http://schemas.openxmlformats.org/officeDocument/2006/relationships/image" Target="../media/image517.png"/><Relationship Id="rId25" Type="http://schemas.openxmlformats.org/officeDocument/2006/relationships/image" Target="../media/image525.png"/><Relationship Id="rId33" Type="http://schemas.openxmlformats.org/officeDocument/2006/relationships/image" Target="../media/image530.png"/><Relationship Id="rId38" Type="http://schemas.openxmlformats.org/officeDocument/2006/relationships/image" Target="../media/image534.png"/><Relationship Id="rId46" Type="http://schemas.openxmlformats.org/officeDocument/2006/relationships/image" Target="../media/image87.png"/><Relationship Id="rId20" Type="http://schemas.openxmlformats.org/officeDocument/2006/relationships/image" Target="../media/image520.png"/><Relationship Id="rId41" Type="http://schemas.openxmlformats.org/officeDocument/2006/relationships/image" Target="../media/image53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8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5.png"/><Relationship Id="rId18" Type="http://schemas.openxmlformats.org/officeDocument/2006/relationships/image" Target="../media/image550.png"/><Relationship Id="rId26" Type="http://schemas.openxmlformats.org/officeDocument/2006/relationships/image" Target="../media/image558.png"/><Relationship Id="rId39" Type="http://schemas.openxmlformats.org/officeDocument/2006/relationships/image" Target="../media/image567.png"/><Relationship Id="rId21" Type="http://schemas.openxmlformats.org/officeDocument/2006/relationships/image" Target="../media/image553.png"/><Relationship Id="rId34" Type="http://schemas.openxmlformats.org/officeDocument/2006/relationships/image" Target="../media/image565.png"/><Relationship Id="rId42" Type="http://schemas.openxmlformats.org/officeDocument/2006/relationships/image" Target="../media/image570.png"/><Relationship Id="rId47" Type="http://schemas.openxmlformats.org/officeDocument/2006/relationships/image" Target="../media/image85.png"/><Relationship Id="rId50" Type="http://schemas.openxmlformats.org/officeDocument/2006/relationships/image" Target="../media/image88.png"/><Relationship Id="rId7" Type="http://schemas.openxmlformats.org/officeDocument/2006/relationships/image" Target="../media/image465.png"/><Relationship Id="rId2" Type="http://schemas.openxmlformats.org/officeDocument/2006/relationships/image" Target="../media/image460.png"/><Relationship Id="rId16" Type="http://schemas.openxmlformats.org/officeDocument/2006/relationships/image" Target="../media/image548.png"/><Relationship Id="rId29" Type="http://schemas.openxmlformats.org/officeDocument/2006/relationships/image" Target="../media/image561.png"/><Relationship Id="rId11" Type="http://schemas.openxmlformats.org/officeDocument/2006/relationships/image" Target="../media/image543.png"/><Relationship Id="rId24" Type="http://schemas.openxmlformats.org/officeDocument/2006/relationships/image" Target="../media/image556.png"/><Relationship Id="rId32" Type="http://schemas.openxmlformats.org/officeDocument/2006/relationships/image" Target="../media/image564.png"/><Relationship Id="rId37" Type="http://schemas.openxmlformats.org/officeDocument/2006/relationships/image" Target="../media/image566.png"/><Relationship Id="rId40" Type="http://schemas.openxmlformats.org/officeDocument/2006/relationships/image" Target="../media/image568.png"/><Relationship Id="rId45" Type="http://schemas.openxmlformats.org/officeDocument/2006/relationships/image" Target="../media/image83.png"/><Relationship Id="rId53" Type="http://schemas.openxmlformats.org/officeDocument/2006/relationships/image" Target="../media/image91.png"/><Relationship Id="rId5" Type="http://schemas.openxmlformats.org/officeDocument/2006/relationships/image" Target="../media/image538.png"/><Relationship Id="rId10" Type="http://schemas.openxmlformats.org/officeDocument/2006/relationships/image" Target="../media/image542.png"/><Relationship Id="rId19" Type="http://schemas.openxmlformats.org/officeDocument/2006/relationships/image" Target="../media/image551.png"/><Relationship Id="rId31" Type="http://schemas.openxmlformats.org/officeDocument/2006/relationships/image" Target="../media/image563.png"/><Relationship Id="rId44" Type="http://schemas.openxmlformats.org/officeDocument/2006/relationships/image" Target="../media/image571.jpg"/><Relationship Id="rId52" Type="http://schemas.openxmlformats.org/officeDocument/2006/relationships/image" Target="../media/image572.png"/><Relationship Id="rId4" Type="http://schemas.openxmlformats.org/officeDocument/2006/relationships/image" Target="../media/image462.png"/><Relationship Id="rId9" Type="http://schemas.openxmlformats.org/officeDocument/2006/relationships/image" Target="../media/image541.png"/><Relationship Id="rId14" Type="http://schemas.openxmlformats.org/officeDocument/2006/relationships/image" Target="../media/image546.png"/><Relationship Id="rId22" Type="http://schemas.openxmlformats.org/officeDocument/2006/relationships/image" Target="../media/image554.png"/><Relationship Id="rId27" Type="http://schemas.openxmlformats.org/officeDocument/2006/relationships/image" Target="../media/image559.png"/><Relationship Id="rId30" Type="http://schemas.openxmlformats.org/officeDocument/2006/relationships/image" Target="../media/image562.png"/><Relationship Id="rId35" Type="http://schemas.openxmlformats.org/officeDocument/2006/relationships/image" Target="../media/image223.png"/><Relationship Id="rId43" Type="http://schemas.openxmlformats.org/officeDocument/2006/relationships/image" Target="../media/image484.png"/><Relationship Id="rId48" Type="http://schemas.openxmlformats.org/officeDocument/2006/relationships/image" Target="../media/image86.png"/><Relationship Id="rId8" Type="http://schemas.openxmlformats.org/officeDocument/2006/relationships/image" Target="../media/image540.png"/><Relationship Id="rId51" Type="http://schemas.openxmlformats.org/officeDocument/2006/relationships/image" Target="../media/image89.png"/><Relationship Id="rId3" Type="http://schemas.openxmlformats.org/officeDocument/2006/relationships/image" Target="../media/image461.png"/><Relationship Id="rId12" Type="http://schemas.openxmlformats.org/officeDocument/2006/relationships/image" Target="../media/image544.png"/><Relationship Id="rId17" Type="http://schemas.openxmlformats.org/officeDocument/2006/relationships/image" Target="../media/image549.png"/><Relationship Id="rId25" Type="http://schemas.openxmlformats.org/officeDocument/2006/relationships/image" Target="../media/image557.png"/><Relationship Id="rId33" Type="http://schemas.openxmlformats.org/officeDocument/2006/relationships/image" Target="../media/image213.png"/><Relationship Id="rId38" Type="http://schemas.openxmlformats.org/officeDocument/2006/relationships/image" Target="../media/image254.png"/><Relationship Id="rId46" Type="http://schemas.openxmlformats.org/officeDocument/2006/relationships/image" Target="../media/image84.png"/><Relationship Id="rId20" Type="http://schemas.openxmlformats.org/officeDocument/2006/relationships/image" Target="../media/image552.png"/><Relationship Id="rId41" Type="http://schemas.openxmlformats.org/officeDocument/2006/relationships/image" Target="../media/image56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9.png"/><Relationship Id="rId15" Type="http://schemas.openxmlformats.org/officeDocument/2006/relationships/image" Target="../media/image547.png"/><Relationship Id="rId23" Type="http://schemas.openxmlformats.org/officeDocument/2006/relationships/image" Target="../media/image555.png"/><Relationship Id="rId28" Type="http://schemas.openxmlformats.org/officeDocument/2006/relationships/image" Target="../media/image560.png"/><Relationship Id="rId36" Type="http://schemas.openxmlformats.org/officeDocument/2006/relationships/image" Target="../media/image224.png"/><Relationship Id="rId49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3.png"/><Relationship Id="rId13" Type="http://schemas.openxmlformats.org/officeDocument/2006/relationships/image" Target="../media/image57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5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576.png"/><Relationship Id="rId5" Type="http://schemas.openxmlformats.org/officeDocument/2006/relationships/image" Target="../media/image4.png"/><Relationship Id="rId15" Type="http://schemas.openxmlformats.org/officeDocument/2006/relationships/image" Target="../media/image59.png"/><Relationship Id="rId10" Type="http://schemas.openxmlformats.org/officeDocument/2006/relationships/image" Target="../media/image575.png"/><Relationship Id="rId4" Type="http://schemas.openxmlformats.org/officeDocument/2006/relationships/image" Target="../media/image3.png"/><Relationship Id="rId9" Type="http://schemas.openxmlformats.org/officeDocument/2006/relationships/image" Target="../media/image574.png"/><Relationship Id="rId14" Type="http://schemas.openxmlformats.org/officeDocument/2006/relationships/image" Target="../media/image579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04.png"/><Relationship Id="rId21" Type="http://schemas.openxmlformats.org/officeDocument/2006/relationships/image" Target="../media/image599.png"/><Relationship Id="rId34" Type="http://schemas.openxmlformats.org/officeDocument/2006/relationships/image" Target="../media/image612.png"/><Relationship Id="rId42" Type="http://schemas.openxmlformats.org/officeDocument/2006/relationships/image" Target="../media/image620.png"/><Relationship Id="rId47" Type="http://schemas.openxmlformats.org/officeDocument/2006/relationships/image" Target="../media/image625.png"/><Relationship Id="rId50" Type="http://schemas.openxmlformats.org/officeDocument/2006/relationships/image" Target="../media/image628.png"/><Relationship Id="rId55" Type="http://schemas.openxmlformats.org/officeDocument/2006/relationships/image" Target="../media/image633.png"/><Relationship Id="rId63" Type="http://schemas.openxmlformats.org/officeDocument/2006/relationships/image" Target="../media/image89.png"/><Relationship Id="rId7" Type="http://schemas.openxmlformats.org/officeDocument/2006/relationships/image" Target="../media/image585.png"/><Relationship Id="rId2" Type="http://schemas.openxmlformats.org/officeDocument/2006/relationships/image" Target="../media/image580.png"/><Relationship Id="rId16" Type="http://schemas.openxmlformats.org/officeDocument/2006/relationships/image" Target="../media/image594.png"/><Relationship Id="rId29" Type="http://schemas.openxmlformats.org/officeDocument/2006/relationships/image" Target="../media/image607.png"/><Relationship Id="rId11" Type="http://schemas.openxmlformats.org/officeDocument/2006/relationships/image" Target="../media/image589.png"/><Relationship Id="rId24" Type="http://schemas.openxmlformats.org/officeDocument/2006/relationships/image" Target="../media/image602.png"/><Relationship Id="rId32" Type="http://schemas.openxmlformats.org/officeDocument/2006/relationships/image" Target="../media/image610.png"/><Relationship Id="rId37" Type="http://schemas.openxmlformats.org/officeDocument/2006/relationships/image" Target="../media/image615.png"/><Relationship Id="rId40" Type="http://schemas.openxmlformats.org/officeDocument/2006/relationships/image" Target="../media/image618.png"/><Relationship Id="rId45" Type="http://schemas.openxmlformats.org/officeDocument/2006/relationships/image" Target="../media/image623.png"/><Relationship Id="rId53" Type="http://schemas.openxmlformats.org/officeDocument/2006/relationships/image" Target="../media/image631.png"/><Relationship Id="rId58" Type="http://schemas.openxmlformats.org/officeDocument/2006/relationships/image" Target="../media/image84.png"/><Relationship Id="rId5" Type="http://schemas.openxmlformats.org/officeDocument/2006/relationships/image" Target="../media/image583.png"/><Relationship Id="rId61" Type="http://schemas.openxmlformats.org/officeDocument/2006/relationships/image" Target="../media/image637.png"/><Relationship Id="rId19" Type="http://schemas.openxmlformats.org/officeDocument/2006/relationships/image" Target="../media/image597.png"/><Relationship Id="rId14" Type="http://schemas.openxmlformats.org/officeDocument/2006/relationships/image" Target="../media/image592.png"/><Relationship Id="rId22" Type="http://schemas.openxmlformats.org/officeDocument/2006/relationships/image" Target="../media/image600.png"/><Relationship Id="rId27" Type="http://schemas.openxmlformats.org/officeDocument/2006/relationships/image" Target="../media/image605.png"/><Relationship Id="rId30" Type="http://schemas.openxmlformats.org/officeDocument/2006/relationships/image" Target="../media/image608.png"/><Relationship Id="rId35" Type="http://schemas.openxmlformats.org/officeDocument/2006/relationships/image" Target="../media/image613.png"/><Relationship Id="rId43" Type="http://schemas.openxmlformats.org/officeDocument/2006/relationships/image" Target="../media/image621.png"/><Relationship Id="rId48" Type="http://schemas.openxmlformats.org/officeDocument/2006/relationships/image" Target="../media/image626.png"/><Relationship Id="rId56" Type="http://schemas.openxmlformats.org/officeDocument/2006/relationships/image" Target="../media/image634.png"/><Relationship Id="rId64" Type="http://schemas.openxmlformats.org/officeDocument/2006/relationships/image" Target="../media/image638.png"/><Relationship Id="rId8" Type="http://schemas.openxmlformats.org/officeDocument/2006/relationships/image" Target="../media/image586.png"/><Relationship Id="rId51" Type="http://schemas.openxmlformats.org/officeDocument/2006/relationships/image" Target="../media/image629.png"/><Relationship Id="rId3" Type="http://schemas.openxmlformats.org/officeDocument/2006/relationships/image" Target="../media/image581.png"/><Relationship Id="rId12" Type="http://schemas.openxmlformats.org/officeDocument/2006/relationships/image" Target="../media/image590.png"/><Relationship Id="rId17" Type="http://schemas.openxmlformats.org/officeDocument/2006/relationships/image" Target="../media/image595.png"/><Relationship Id="rId25" Type="http://schemas.openxmlformats.org/officeDocument/2006/relationships/image" Target="../media/image603.png"/><Relationship Id="rId33" Type="http://schemas.openxmlformats.org/officeDocument/2006/relationships/image" Target="../media/image611.png"/><Relationship Id="rId38" Type="http://schemas.openxmlformats.org/officeDocument/2006/relationships/image" Target="../media/image616.png"/><Relationship Id="rId46" Type="http://schemas.openxmlformats.org/officeDocument/2006/relationships/image" Target="../media/image624.jpg"/><Relationship Id="rId59" Type="http://schemas.openxmlformats.org/officeDocument/2006/relationships/image" Target="../media/image85.png"/><Relationship Id="rId20" Type="http://schemas.openxmlformats.org/officeDocument/2006/relationships/image" Target="../media/image598.png"/><Relationship Id="rId41" Type="http://schemas.openxmlformats.org/officeDocument/2006/relationships/image" Target="../media/image619.png"/><Relationship Id="rId54" Type="http://schemas.openxmlformats.org/officeDocument/2006/relationships/image" Target="../media/image632.png"/><Relationship Id="rId62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4.png"/><Relationship Id="rId15" Type="http://schemas.openxmlformats.org/officeDocument/2006/relationships/image" Target="../media/image593.png"/><Relationship Id="rId23" Type="http://schemas.openxmlformats.org/officeDocument/2006/relationships/image" Target="../media/image601.png"/><Relationship Id="rId28" Type="http://schemas.openxmlformats.org/officeDocument/2006/relationships/image" Target="../media/image606.png"/><Relationship Id="rId36" Type="http://schemas.openxmlformats.org/officeDocument/2006/relationships/image" Target="../media/image614.png"/><Relationship Id="rId49" Type="http://schemas.openxmlformats.org/officeDocument/2006/relationships/image" Target="../media/image627.png"/><Relationship Id="rId57" Type="http://schemas.openxmlformats.org/officeDocument/2006/relationships/image" Target="../media/image635.png"/><Relationship Id="rId10" Type="http://schemas.openxmlformats.org/officeDocument/2006/relationships/image" Target="../media/image588.png"/><Relationship Id="rId31" Type="http://schemas.openxmlformats.org/officeDocument/2006/relationships/image" Target="../media/image609.png"/><Relationship Id="rId44" Type="http://schemas.openxmlformats.org/officeDocument/2006/relationships/image" Target="../media/image622.png"/><Relationship Id="rId52" Type="http://schemas.openxmlformats.org/officeDocument/2006/relationships/image" Target="../media/image630.png"/><Relationship Id="rId60" Type="http://schemas.openxmlformats.org/officeDocument/2006/relationships/image" Target="../media/image636.png"/><Relationship Id="rId65" Type="http://schemas.openxmlformats.org/officeDocument/2006/relationships/image" Target="../media/image639.png"/><Relationship Id="rId4" Type="http://schemas.openxmlformats.org/officeDocument/2006/relationships/image" Target="../media/image582.png"/><Relationship Id="rId9" Type="http://schemas.openxmlformats.org/officeDocument/2006/relationships/image" Target="../media/image587.png"/><Relationship Id="rId13" Type="http://schemas.openxmlformats.org/officeDocument/2006/relationships/image" Target="../media/image591.png"/><Relationship Id="rId18" Type="http://schemas.openxmlformats.org/officeDocument/2006/relationships/image" Target="../media/image596.png"/><Relationship Id="rId39" Type="http://schemas.openxmlformats.org/officeDocument/2006/relationships/image" Target="../media/image617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8.png"/><Relationship Id="rId18" Type="http://schemas.openxmlformats.org/officeDocument/2006/relationships/image" Target="../media/image653.png"/><Relationship Id="rId26" Type="http://schemas.openxmlformats.org/officeDocument/2006/relationships/image" Target="../media/image661.png"/><Relationship Id="rId39" Type="http://schemas.openxmlformats.org/officeDocument/2006/relationships/image" Target="../media/image674.png"/><Relationship Id="rId21" Type="http://schemas.openxmlformats.org/officeDocument/2006/relationships/image" Target="../media/image656.png"/><Relationship Id="rId34" Type="http://schemas.openxmlformats.org/officeDocument/2006/relationships/image" Target="../media/image669.png"/><Relationship Id="rId42" Type="http://schemas.openxmlformats.org/officeDocument/2006/relationships/image" Target="../media/image677.png"/><Relationship Id="rId47" Type="http://schemas.openxmlformats.org/officeDocument/2006/relationships/image" Target="../media/image682.png"/><Relationship Id="rId50" Type="http://schemas.openxmlformats.org/officeDocument/2006/relationships/image" Target="../media/image83.png"/><Relationship Id="rId55" Type="http://schemas.openxmlformats.org/officeDocument/2006/relationships/image" Target="../media/image88.png"/><Relationship Id="rId7" Type="http://schemas.openxmlformats.org/officeDocument/2006/relationships/image" Target="../media/image642.png"/><Relationship Id="rId2" Type="http://schemas.openxmlformats.org/officeDocument/2006/relationships/image" Target="../media/image580.png"/><Relationship Id="rId16" Type="http://schemas.openxmlformats.org/officeDocument/2006/relationships/image" Target="../media/image651.png"/><Relationship Id="rId29" Type="http://schemas.openxmlformats.org/officeDocument/2006/relationships/image" Target="../media/image664.png"/><Relationship Id="rId11" Type="http://schemas.openxmlformats.org/officeDocument/2006/relationships/image" Target="../media/image646.png"/><Relationship Id="rId24" Type="http://schemas.openxmlformats.org/officeDocument/2006/relationships/image" Target="../media/image659.png"/><Relationship Id="rId32" Type="http://schemas.openxmlformats.org/officeDocument/2006/relationships/image" Target="../media/image667.png"/><Relationship Id="rId37" Type="http://schemas.openxmlformats.org/officeDocument/2006/relationships/image" Target="../media/image672.png"/><Relationship Id="rId40" Type="http://schemas.openxmlformats.org/officeDocument/2006/relationships/image" Target="../media/image675.png"/><Relationship Id="rId45" Type="http://schemas.openxmlformats.org/officeDocument/2006/relationships/image" Target="../media/image680.png"/><Relationship Id="rId53" Type="http://schemas.openxmlformats.org/officeDocument/2006/relationships/image" Target="../media/image86.png"/><Relationship Id="rId58" Type="http://schemas.openxmlformats.org/officeDocument/2006/relationships/image" Target="../media/image91.png"/><Relationship Id="rId5" Type="http://schemas.openxmlformats.org/officeDocument/2006/relationships/image" Target="../media/image640.png"/><Relationship Id="rId19" Type="http://schemas.openxmlformats.org/officeDocument/2006/relationships/image" Target="../media/image654.png"/><Relationship Id="rId4" Type="http://schemas.openxmlformats.org/officeDocument/2006/relationships/image" Target="../media/image582.png"/><Relationship Id="rId9" Type="http://schemas.openxmlformats.org/officeDocument/2006/relationships/image" Target="../media/image644.png"/><Relationship Id="rId14" Type="http://schemas.openxmlformats.org/officeDocument/2006/relationships/image" Target="../media/image649.png"/><Relationship Id="rId22" Type="http://schemas.openxmlformats.org/officeDocument/2006/relationships/image" Target="../media/image657.png"/><Relationship Id="rId27" Type="http://schemas.openxmlformats.org/officeDocument/2006/relationships/image" Target="../media/image662.png"/><Relationship Id="rId30" Type="http://schemas.openxmlformats.org/officeDocument/2006/relationships/image" Target="../media/image665.png"/><Relationship Id="rId35" Type="http://schemas.openxmlformats.org/officeDocument/2006/relationships/image" Target="../media/image670.png"/><Relationship Id="rId43" Type="http://schemas.openxmlformats.org/officeDocument/2006/relationships/image" Target="../media/image678.png"/><Relationship Id="rId48" Type="http://schemas.openxmlformats.org/officeDocument/2006/relationships/image" Target="../media/image683.png"/><Relationship Id="rId56" Type="http://schemas.openxmlformats.org/officeDocument/2006/relationships/image" Target="../media/image89.png"/><Relationship Id="rId8" Type="http://schemas.openxmlformats.org/officeDocument/2006/relationships/image" Target="../media/image643.png"/><Relationship Id="rId51" Type="http://schemas.openxmlformats.org/officeDocument/2006/relationships/image" Target="../media/image84.png"/><Relationship Id="rId3" Type="http://schemas.openxmlformats.org/officeDocument/2006/relationships/image" Target="../media/image581.png"/><Relationship Id="rId12" Type="http://schemas.openxmlformats.org/officeDocument/2006/relationships/image" Target="../media/image647.png"/><Relationship Id="rId17" Type="http://schemas.openxmlformats.org/officeDocument/2006/relationships/image" Target="../media/image652.png"/><Relationship Id="rId25" Type="http://schemas.openxmlformats.org/officeDocument/2006/relationships/image" Target="../media/image660.png"/><Relationship Id="rId33" Type="http://schemas.openxmlformats.org/officeDocument/2006/relationships/image" Target="../media/image668.png"/><Relationship Id="rId38" Type="http://schemas.openxmlformats.org/officeDocument/2006/relationships/image" Target="../media/image673.png"/><Relationship Id="rId46" Type="http://schemas.openxmlformats.org/officeDocument/2006/relationships/image" Target="../media/image681.png"/><Relationship Id="rId20" Type="http://schemas.openxmlformats.org/officeDocument/2006/relationships/image" Target="../media/image655.png"/><Relationship Id="rId41" Type="http://schemas.openxmlformats.org/officeDocument/2006/relationships/image" Target="../media/image676.png"/><Relationship Id="rId54" Type="http://schemas.openxmlformats.org/officeDocument/2006/relationships/image" Target="../media/image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1.png"/><Relationship Id="rId15" Type="http://schemas.openxmlformats.org/officeDocument/2006/relationships/image" Target="../media/image650.png"/><Relationship Id="rId23" Type="http://schemas.openxmlformats.org/officeDocument/2006/relationships/image" Target="../media/image658.png"/><Relationship Id="rId28" Type="http://schemas.openxmlformats.org/officeDocument/2006/relationships/image" Target="../media/image663.png"/><Relationship Id="rId36" Type="http://schemas.openxmlformats.org/officeDocument/2006/relationships/image" Target="../media/image671.png"/><Relationship Id="rId49" Type="http://schemas.openxmlformats.org/officeDocument/2006/relationships/image" Target="../media/image684.png"/><Relationship Id="rId57" Type="http://schemas.openxmlformats.org/officeDocument/2006/relationships/image" Target="../media/image685.png"/><Relationship Id="rId10" Type="http://schemas.openxmlformats.org/officeDocument/2006/relationships/image" Target="../media/image645.png"/><Relationship Id="rId31" Type="http://schemas.openxmlformats.org/officeDocument/2006/relationships/image" Target="../media/image666.png"/><Relationship Id="rId44" Type="http://schemas.openxmlformats.org/officeDocument/2006/relationships/image" Target="../media/image679.png"/><Relationship Id="rId52" Type="http://schemas.openxmlformats.org/officeDocument/2006/relationships/image" Target="../media/image85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4.png"/><Relationship Id="rId18" Type="http://schemas.openxmlformats.org/officeDocument/2006/relationships/image" Target="../media/image699.png"/><Relationship Id="rId26" Type="http://schemas.openxmlformats.org/officeDocument/2006/relationships/image" Target="../media/image707.png"/><Relationship Id="rId39" Type="http://schemas.openxmlformats.org/officeDocument/2006/relationships/image" Target="../media/image720.png"/><Relationship Id="rId21" Type="http://schemas.openxmlformats.org/officeDocument/2006/relationships/image" Target="../media/image702.png"/><Relationship Id="rId34" Type="http://schemas.openxmlformats.org/officeDocument/2006/relationships/image" Target="../media/image715.png"/><Relationship Id="rId42" Type="http://schemas.openxmlformats.org/officeDocument/2006/relationships/image" Target="../media/image723.png"/><Relationship Id="rId47" Type="http://schemas.openxmlformats.org/officeDocument/2006/relationships/image" Target="../media/image728.png"/><Relationship Id="rId50" Type="http://schemas.openxmlformats.org/officeDocument/2006/relationships/image" Target="../media/image731.png"/><Relationship Id="rId55" Type="http://schemas.openxmlformats.org/officeDocument/2006/relationships/image" Target="../media/image85.png"/><Relationship Id="rId7" Type="http://schemas.openxmlformats.org/officeDocument/2006/relationships/image" Target="../media/image688.png"/><Relationship Id="rId2" Type="http://schemas.openxmlformats.org/officeDocument/2006/relationships/image" Target="../media/image580.png"/><Relationship Id="rId16" Type="http://schemas.openxmlformats.org/officeDocument/2006/relationships/image" Target="../media/image697.png"/><Relationship Id="rId29" Type="http://schemas.openxmlformats.org/officeDocument/2006/relationships/image" Target="../media/image710.png"/><Relationship Id="rId11" Type="http://schemas.openxmlformats.org/officeDocument/2006/relationships/image" Target="../media/image692.png"/><Relationship Id="rId24" Type="http://schemas.openxmlformats.org/officeDocument/2006/relationships/image" Target="../media/image705.png"/><Relationship Id="rId32" Type="http://schemas.openxmlformats.org/officeDocument/2006/relationships/image" Target="../media/image713.png"/><Relationship Id="rId37" Type="http://schemas.openxmlformats.org/officeDocument/2006/relationships/image" Target="../media/image718.png"/><Relationship Id="rId40" Type="http://schemas.openxmlformats.org/officeDocument/2006/relationships/image" Target="../media/image721.png"/><Relationship Id="rId45" Type="http://schemas.openxmlformats.org/officeDocument/2006/relationships/image" Target="../media/image726.png"/><Relationship Id="rId53" Type="http://schemas.openxmlformats.org/officeDocument/2006/relationships/image" Target="../media/image83.png"/><Relationship Id="rId58" Type="http://schemas.openxmlformats.org/officeDocument/2006/relationships/image" Target="../media/image88.png"/><Relationship Id="rId5" Type="http://schemas.openxmlformats.org/officeDocument/2006/relationships/image" Target="../media/image686.png"/><Relationship Id="rId61" Type="http://schemas.openxmlformats.org/officeDocument/2006/relationships/image" Target="../media/image639.png"/><Relationship Id="rId19" Type="http://schemas.openxmlformats.org/officeDocument/2006/relationships/image" Target="../media/image700.png"/><Relationship Id="rId14" Type="http://schemas.openxmlformats.org/officeDocument/2006/relationships/image" Target="../media/image695.jpg"/><Relationship Id="rId22" Type="http://schemas.openxmlformats.org/officeDocument/2006/relationships/image" Target="../media/image703.png"/><Relationship Id="rId27" Type="http://schemas.openxmlformats.org/officeDocument/2006/relationships/image" Target="../media/image708.png"/><Relationship Id="rId30" Type="http://schemas.openxmlformats.org/officeDocument/2006/relationships/image" Target="../media/image711.png"/><Relationship Id="rId35" Type="http://schemas.openxmlformats.org/officeDocument/2006/relationships/image" Target="../media/image716.png"/><Relationship Id="rId43" Type="http://schemas.openxmlformats.org/officeDocument/2006/relationships/image" Target="../media/image724.png"/><Relationship Id="rId48" Type="http://schemas.openxmlformats.org/officeDocument/2006/relationships/image" Target="../media/image729.png"/><Relationship Id="rId56" Type="http://schemas.openxmlformats.org/officeDocument/2006/relationships/image" Target="../media/image86.png"/><Relationship Id="rId8" Type="http://schemas.openxmlformats.org/officeDocument/2006/relationships/image" Target="../media/image689.png"/><Relationship Id="rId51" Type="http://schemas.openxmlformats.org/officeDocument/2006/relationships/image" Target="../media/image732.png"/><Relationship Id="rId3" Type="http://schemas.openxmlformats.org/officeDocument/2006/relationships/image" Target="../media/image581.png"/><Relationship Id="rId12" Type="http://schemas.openxmlformats.org/officeDocument/2006/relationships/image" Target="../media/image693.png"/><Relationship Id="rId17" Type="http://schemas.openxmlformats.org/officeDocument/2006/relationships/image" Target="../media/image698.png"/><Relationship Id="rId25" Type="http://schemas.openxmlformats.org/officeDocument/2006/relationships/image" Target="../media/image706.png"/><Relationship Id="rId33" Type="http://schemas.openxmlformats.org/officeDocument/2006/relationships/image" Target="../media/image714.png"/><Relationship Id="rId38" Type="http://schemas.openxmlformats.org/officeDocument/2006/relationships/image" Target="../media/image719.png"/><Relationship Id="rId46" Type="http://schemas.openxmlformats.org/officeDocument/2006/relationships/image" Target="../media/image727.png"/><Relationship Id="rId59" Type="http://schemas.openxmlformats.org/officeDocument/2006/relationships/image" Target="../media/image89.png"/><Relationship Id="rId20" Type="http://schemas.openxmlformats.org/officeDocument/2006/relationships/image" Target="../media/image701.png"/><Relationship Id="rId41" Type="http://schemas.openxmlformats.org/officeDocument/2006/relationships/image" Target="../media/image722.png"/><Relationship Id="rId54" Type="http://schemas.openxmlformats.org/officeDocument/2006/relationships/image" Target="../media/image8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7.png"/><Relationship Id="rId15" Type="http://schemas.openxmlformats.org/officeDocument/2006/relationships/image" Target="../media/image696.png"/><Relationship Id="rId23" Type="http://schemas.openxmlformats.org/officeDocument/2006/relationships/image" Target="../media/image704.png"/><Relationship Id="rId28" Type="http://schemas.openxmlformats.org/officeDocument/2006/relationships/image" Target="../media/image709.png"/><Relationship Id="rId36" Type="http://schemas.openxmlformats.org/officeDocument/2006/relationships/image" Target="../media/image717.png"/><Relationship Id="rId49" Type="http://schemas.openxmlformats.org/officeDocument/2006/relationships/image" Target="../media/image730.png"/><Relationship Id="rId57" Type="http://schemas.openxmlformats.org/officeDocument/2006/relationships/image" Target="../media/image87.png"/><Relationship Id="rId10" Type="http://schemas.openxmlformats.org/officeDocument/2006/relationships/image" Target="../media/image691.png"/><Relationship Id="rId31" Type="http://schemas.openxmlformats.org/officeDocument/2006/relationships/image" Target="../media/image712.png"/><Relationship Id="rId44" Type="http://schemas.openxmlformats.org/officeDocument/2006/relationships/image" Target="../media/image725.png"/><Relationship Id="rId52" Type="http://schemas.openxmlformats.org/officeDocument/2006/relationships/image" Target="../media/image733.png"/><Relationship Id="rId60" Type="http://schemas.openxmlformats.org/officeDocument/2006/relationships/image" Target="../media/image734.png"/><Relationship Id="rId4" Type="http://schemas.openxmlformats.org/officeDocument/2006/relationships/image" Target="../media/image582.png"/><Relationship Id="rId9" Type="http://schemas.openxmlformats.org/officeDocument/2006/relationships/image" Target="../media/image690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53.png"/><Relationship Id="rId21" Type="http://schemas.openxmlformats.org/officeDocument/2006/relationships/image" Target="../media/image749.png"/><Relationship Id="rId42" Type="http://schemas.openxmlformats.org/officeDocument/2006/relationships/image" Target="../media/image766.png"/><Relationship Id="rId47" Type="http://schemas.openxmlformats.org/officeDocument/2006/relationships/image" Target="../media/image770.png"/><Relationship Id="rId63" Type="http://schemas.openxmlformats.org/officeDocument/2006/relationships/image" Target="../media/image785.png"/><Relationship Id="rId68" Type="http://schemas.openxmlformats.org/officeDocument/2006/relationships/image" Target="../media/image790.png"/><Relationship Id="rId84" Type="http://schemas.openxmlformats.org/officeDocument/2006/relationships/image" Target="../media/image87.png"/><Relationship Id="rId16" Type="http://schemas.openxmlformats.org/officeDocument/2006/relationships/image" Target="../media/image744.png"/><Relationship Id="rId11" Type="http://schemas.openxmlformats.org/officeDocument/2006/relationships/image" Target="../media/image740.png"/><Relationship Id="rId32" Type="http://schemas.openxmlformats.org/officeDocument/2006/relationships/image" Target="../media/image759.png"/><Relationship Id="rId37" Type="http://schemas.openxmlformats.org/officeDocument/2006/relationships/image" Target="../media/image762.png"/><Relationship Id="rId53" Type="http://schemas.openxmlformats.org/officeDocument/2006/relationships/image" Target="../media/image776.png"/><Relationship Id="rId58" Type="http://schemas.openxmlformats.org/officeDocument/2006/relationships/image" Target="../media/image781.png"/><Relationship Id="rId74" Type="http://schemas.openxmlformats.org/officeDocument/2006/relationships/image" Target="../media/image794.png"/><Relationship Id="rId79" Type="http://schemas.openxmlformats.org/officeDocument/2006/relationships/image" Target="../media/image799.png"/><Relationship Id="rId5" Type="http://schemas.openxmlformats.org/officeDocument/2006/relationships/image" Target="../media/image735.png"/><Relationship Id="rId19" Type="http://schemas.openxmlformats.org/officeDocument/2006/relationships/image" Target="../media/image747.png"/><Relationship Id="rId14" Type="http://schemas.openxmlformats.org/officeDocument/2006/relationships/image" Target="../media/image742.png"/><Relationship Id="rId22" Type="http://schemas.openxmlformats.org/officeDocument/2006/relationships/image" Target="../media/image659.png"/><Relationship Id="rId27" Type="http://schemas.openxmlformats.org/officeDocument/2006/relationships/image" Target="../media/image754.png"/><Relationship Id="rId30" Type="http://schemas.openxmlformats.org/officeDocument/2006/relationships/image" Target="../media/image757.png"/><Relationship Id="rId35" Type="http://schemas.openxmlformats.org/officeDocument/2006/relationships/image" Target="../media/image666.png"/><Relationship Id="rId43" Type="http://schemas.openxmlformats.org/officeDocument/2006/relationships/image" Target="../media/image663.png"/><Relationship Id="rId48" Type="http://schemas.openxmlformats.org/officeDocument/2006/relationships/image" Target="../media/image771.png"/><Relationship Id="rId56" Type="http://schemas.openxmlformats.org/officeDocument/2006/relationships/image" Target="../media/image779.png"/><Relationship Id="rId64" Type="http://schemas.openxmlformats.org/officeDocument/2006/relationships/image" Target="../media/image786.png"/><Relationship Id="rId69" Type="http://schemas.openxmlformats.org/officeDocument/2006/relationships/image" Target="../media/image791.png"/><Relationship Id="rId77" Type="http://schemas.openxmlformats.org/officeDocument/2006/relationships/image" Target="../media/image797.png"/><Relationship Id="rId8" Type="http://schemas.openxmlformats.org/officeDocument/2006/relationships/image" Target="../media/image737.png"/><Relationship Id="rId51" Type="http://schemas.openxmlformats.org/officeDocument/2006/relationships/image" Target="../media/image774.png"/><Relationship Id="rId72" Type="http://schemas.openxmlformats.org/officeDocument/2006/relationships/image" Target="../media/image654.png"/><Relationship Id="rId80" Type="http://schemas.openxmlformats.org/officeDocument/2006/relationships/image" Target="../media/image83.png"/><Relationship Id="rId85" Type="http://schemas.openxmlformats.org/officeDocument/2006/relationships/image" Target="../media/image88.png"/><Relationship Id="rId3" Type="http://schemas.openxmlformats.org/officeDocument/2006/relationships/image" Target="../media/image581.png"/><Relationship Id="rId12" Type="http://schemas.openxmlformats.org/officeDocument/2006/relationships/image" Target="../media/image307.png"/><Relationship Id="rId17" Type="http://schemas.openxmlformats.org/officeDocument/2006/relationships/image" Target="../media/image745.png"/><Relationship Id="rId25" Type="http://schemas.openxmlformats.org/officeDocument/2006/relationships/image" Target="../media/image752.png"/><Relationship Id="rId33" Type="http://schemas.openxmlformats.org/officeDocument/2006/relationships/image" Target="../media/image760.png"/><Relationship Id="rId38" Type="http://schemas.openxmlformats.org/officeDocument/2006/relationships/image" Target="../media/image763.png"/><Relationship Id="rId46" Type="http://schemas.openxmlformats.org/officeDocument/2006/relationships/image" Target="../media/image769.png"/><Relationship Id="rId59" Type="http://schemas.openxmlformats.org/officeDocument/2006/relationships/image" Target="../media/image252.png"/><Relationship Id="rId67" Type="http://schemas.openxmlformats.org/officeDocument/2006/relationships/image" Target="../media/image789.png"/><Relationship Id="rId20" Type="http://schemas.openxmlformats.org/officeDocument/2006/relationships/image" Target="../media/image748.png"/><Relationship Id="rId41" Type="http://schemas.openxmlformats.org/officeDocument/2006/relationships/image" Target="../media/image765.png"/><Relationship Id="rId54" Type="http://schemas.openxmlformats.org/officeDocument/2006/relationships/image" Target="../media/image777.png"/><Relationship Id="rId62" Type="http://schemas.openxmlformats.org/officeDocument/2006/relationships/image" Target="../media/image784.png"/><Relationship Id="rId70" Type="http://schemas.openxmlformats.org/officeDocument/2006/relationships/image" Target="../media/image792.png"/><Relationship Id="rId75" Type="http://schemas.openxmlformats.org/officeDocument/2006/relationships/image" Target="../media/image795.png"/><Relationship Id="rId83" Type="http://schemas.openxmlformats.org/officeDocument/2006/relationships/image" Target="../media/image86.png"/><Relationship Id="rId88" Type="http://schemas.openxmlformats.org/officeDocument/2006/relationships/image" Target="../media/image9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6.png"/><Relationship Id="rId15" Type="http://schemas.openxmlformats.org/officeDocument/2006/relationships/image" Target="../media/image743.png"/><Relationship Id="rId23" Type="http://schemas.openxmlformats.org/officeDocument/2006/relationships/image" Target="../media/image750.png"/><Relationship Id="rId28" Type="http://schemas.openxmlformats.org/officeDocument/2006/relationships/image" Target="../media/image755.png"/><Relationship Id="rId36" Type="http://schemas.openxmlformats.org/officeDocument/2006/relationships/image" Target="../media/image653.png"/><Relationship Id="rId49" Type="http://schemas.openxmlformats.org/officeDocument/2006/relationships/image" Target="../media/image772.png"/><Relationship Id="rId57" Type="http://schemas.openxmlformats.org/officeDocument/2006/relationships/image" Target="../media/image780.png"/><Relationship Id="rId10" Type="http://schemas.openxmlformats.org/officeDocument/2006/relationships/image" Target="../media/image739.png"/><Relationship Id="rId31" Type="http://schemas.openxmlformats.org/officeDocument/2006/relationships/image" Target="../media/image758.png"/><Relationship Id="rId44" Type="http://schemas.openxmlformats.org/officeDocument/2006/relationships/image" Target="../media/image767.png"/><Relationship Id="rId52" Type="http://schemas.openxmlformats.org/officeDocument/2006/relationships/image" Target="../media/image775.png"/><Relationship Id="rId60" Type="http://schemas.openxmlformats.org/officeDocument/2006/relationships/image" Target="../media/image782.png"/><Relationship Id="rId65" Type="http://schemas.openxmlformats.org/officeDocument/2006/relationships/image" Target="../media/image787.png"/><Relationship Id="rId73" Type="http://schemas.openxmlformats.org/officeDocument/2006/relationships/image" Target="../media/image793.png"/><Relationship Id="rId78" Type="http://schemas.openxmlformats.org/officeDocument/2006/relationships/image" Target="../media/image798.png"/><Relationship Id="rId81" Type="http://schemas.openxmlformats.org/officeDocument/2006/relationships/image" Target="../media/image84.png"/><Relationship Id="rId86" Type="http://schemas.openxmlformats.org/officeDocument/2006/relationships/image" Target="../media/image89.png"/><Relationship Id="rId4" Type="http://schemas.openxmlformats.org/officeDocument/2006/relationships/image" Target="../media/image582.png"/><Relationship Id="rId9" Type="http://schemas.openxmlformats.org/officeDocument/2006/relationships/image" Target="../media/image738.png"/><Relationship Id="rId13" Type="http://schemas.openxmlformats.org/officeDocument/2006/relationships/image" Target="../media/image741.png"/><Relationship Id="rId18" Type="http://schemas.openxmlformats.org/officeDocument/2006/relationships/image" Target="../media/image746.png"/><Relationship Id="rId39" Type="http://schemas.openxmlformats.org/officeDocument/2006/relationships/image" Target="../media/image652.png"/><Relationship Id="rId34" Type="http://schemas.openxmlformats.org/officeDocument/2006/relationships/image" Target="../media/image761.png"/><Relationship Id="rId50" Type="http://schemas.openxmlformats.org/officeDocument/2006/relationships/image" Target="../media/image773.png"/><Relationship Id="rId55" Type="http://schemas.openxmlformats.org/officeDocument/2006/relationships/image" Target="../media/image778.png"/><Relationship Id="rId76" Type="http://schemas.openxmlformats.org/officeDocument/2006/relationships/image" Target="../media/image796.png"/><Relationship Id="rId7" Type="http://schemas.openxmlformats.org/officeDocument/2006/relationships/image" Target="../media/image512.png"/><Relationship Id="rId71" Type="http://schemas.openxmlformats.org/officeDocument/2006/relationships/image" Target="../media/image660.png"/><Relationship Id="rId2" Type="http://schemas.openxmlformats.org/officeDocument/2006/relationships/image" Target="../media/image580.png"/><Relationship Id="rId29" Type="http://schemas.openxmlformats.org/officeDocument/2006/relationships/image" Target="../media/image756.png"/><Relationship Id="rId24" Type="http://schemas.openxmlformats.org/officeDocument/2006/relationships/image" Target="../media/image751.png"/><Relationship Id="rId40" Type="http://schemas.openxmlformats.org/officeDocument/2006/relationships/image" Target="../media/image764.png"/><Relationship Id="rId45" Type="http://schemas.openxmlformats.org/officeDocument/2006/relationships/image" Target="../media/image768.png"/><Relationship Id="rId66" Type="http://schemas.openxmlformats.org/officeDocument/2006/relationships/image" Target="../media/image788.png"/><Relationship Id="rId87" Type="http://schemas.openxmlformats.org/officeDocument/2006/relationships/image" Target="../media/image800.png"/><Relationship Id="rId61" Type="http://schemas.openxmlformats.org/officeDocument/2006/relationships/image" Target="../media/image783.png"/><Relationship Id="rId82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11.png"/><Relationship Id="rId21" Type="http://schemas.openxmlformats.org/officeDocument/2006/relationships/image" Target="../media/image807.png"/><Relationship Id="rId42" Type="http://schemas.openxmlformats.org/officeDocument/2006/relationships/image" Target="../media/image822.png"/><Relationship Id="rId47" Type="http://schemas.openxmlformats.org/officeDocument/2006/relationships/image" Target="../media/image825.png"/><Relationship Id="rId63" Type="http://schemas.openxmlformats.org/officeDocument/2006/relationships/image" Target="../media/image839.png"/><Relationship Id="rId68" Type="http://schemas.openxmlformats.org/officeDocument/2006/relationships/image" Target="../media/image844.png"/><Relationship Id="rId84" Type="http://schemas.openxmlformats.org/officeDocument/2006/relationships/image" Target="../media/image857.png"/><Relationship Id="rId89" Type="http://schemas.openxmlformats.org/officeDocument/2006/relationships/image" Target="../media/image83.png"/><Relationship Id="rId16" Type="http://schemas.openxmlformats.org/officeDocument/2006/relationships/image" Target="../media/image804.png"/><Relationship Id="rId11" Type="http://schemas.openxmlformats.org/officeDocument/2006/relationships/image" Target="../media/image740.png"/><Relationship Id="rId32" Type="http://schemas.openxmlformats.org/officeDocument/2006/relationships/image" Target="../media/image661.png"/><Relationship Id="rId37" Type="http://schemas.openxmlformats.org/officeDocument/2006/relationships/image" Target="../media/image818.png"/><Relationship Id="rId53" Type="http://schemas.openxmlformats.org/officeDocument/2006/relationships/image" Target="../media/image830.png"/><Relationship Id="rId58" Type="http://schemas.openxmlformats.org/officeDocument/2006/relationships/image" Target="../media/image834.png"/><Relationship Id="rId74" Type="http://schemas.openxmlformats.org/officeDocument/2006/relationships/image" Target="../media/image653.png"/><Relationship Id="rId79" Type="http://schemas.openxmlformats.org/officeDocument/2006/relationships/image" Target="../media/image852.png"/><Relationship Id="rId5" Type="http://schemas.openxmlformats.org/officeDocument/2006/relationships/image" Target="../media/image735.png"/><Relationship Id="rId90" Type="http://schemas.openxmlformats.org/officeDocument/2006/relationships/image" Target="../media/image84.png"/><Relationship Id="rId95" Type="http://schemas.openxmlformats.org/officeDocument/2006/relationships/image" Target="../media/image89.png"/><Relationship Id="rId22" Type="http://schemas.openxmlformats.org/officeDocument/2006/relationships/image" Target="../media/image808.png"/><Relationship Id="rId27" Type="http://schemas.openxmlformats.org/officeDocument/2006/relationships/image" Target="../media/image766.png"/><Relationship Id="rId43" Type="http://schemas.openxmlformats.org/officeDocument/2006/relationships/image" Target="../media/image231.png"/><Relationship Id="rId48" Type="http://schemas.openxmlformats.org/officeDocument/2006/relationships/image" Target="../media/image826.png"/><Relationship Id="rId64" Type="http://schemas.openxmlformats.org/officeDocument/2006/relationships/image" Target="../media/image840.png"/><Relationship Id="rId69" Type="http://schemas.openxmlformats.org/officeDocument/2006/relationships/image" Target="../media/image845.png"/><Relationship Id="rId80" Type="http://schemas.openxmlformats.org/officeDocument/2006/relationships/image" Target="../media/image853.png"/><Relationship Id="rId85" Type="http://schemas.openxmlformats.org/officeDocument/2006/relationships/image" Target="../media/image858.png"/><Relationship Id="rId3" Type="http://schemas.openxmlformats.org/officeDocument/2006/relationships/image" Target="../media/image581.png"/><Relationship Id="rId12" Type="http://schemas.openxmlformats.org/officeDocument/2006/relationships/image" Target="../media/image313.png"/><Relationship Id="rId17" Type="http://schemas.openxmlformats.org/officeDocument/2006/relationships/image" Target="../media/image805.png"/><Relationship Id="rId25" Type="http://schemas.openxmlformats.org/officeDocument/2006/relationships/image" Target="../media/image810.png"/><Relationship Id="rId33" Type="http://schemas.openxmlformats.org/officeDocument/2006/relationships/image" Target="../media/image436.png"/><Relationship Id="rId38" Type="http://schemas.openxmlformats.org/officeDocument/2006/relationships/image" Target="../media/image819.png"/><Relationship Id="rId46" Type="http://schemas.openxmlformats.org/officeDocument/2006/relationships/image" Target="../media/image824.png"/><Relationship Id="rId59" Type="http://schemas.openxmlformats.org/officeDocument/2006/relationships/image" Target="../media/image835.png"/><Relationship Id="rId67" Type="http://schemas.openxmlformats.org/officeDocument/2006/relationships/image" Target="../media/image843.png"/><Relationship Id="rId20" Type="http://schemas.openxmlformats.org/officeDocument/2006/relationships/image" Target="../media/image745.png"/><Relationship Id="rId41" Type="http://schemas.openxmlformats.org/officeDocument/2006/relationships/image" Target="../media/image821.png"/><Relationship Id="rId54" Type="http://schemas.openxmlformats.org/officeDocument/2006/relationships/image" Target="../media/image831.png"/><Relationship Id="rId62" Type="http://schemas.openxmlformats.org/officeDocument/2006/relationships/image" Target="../media/image838.png"/><Relationship Id="rId70" Type="http://schemas.openxmlformats.org/officeDocument/2006/relationships/image" Target="../media/image846.png"/><Relationship Id="rId75" Type="http://schemas.openxmlformats.org/officeDocument/2006/relationships/image" Target="../media/image849.png"/><Relationship Id="rId83" Type="http://schemas.openxmlformats.org/officeDocument/2006/relationships/image" Target="../media/image856.png"/><Relationship Id="rId88" Type="http://schemas.openxmlformats.org/officeDocument/2006/relationships/image" Target="../media/image861.png"/><Relationship Id="rId91" Type="http://schemas.openxmlformats.org/officeDocument/2006/relationships/image" Target="../media/image85.png"/><Relationship Id="rId96" Type="http://schemas.openxmlformats.org/officeDocument/2006/relationships/image" Target="../media/image8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36.png"/><Relationship Id="rId15" Type="http://schemas.openxmlformats.org/officeDocument/2006/relationships/image" Target="../media/image755.png"/><Relationship Id="rId23" Type="http://schemas.openxmlformats.org/officeDocument/2006/relationships/image" Target="../media/image809.png"/><Relationship Id="rId28" Type="http://schemas.openxmlformats.org/officeDocument/2006/relationships/image" Target="../media/image812.png"/><Relationship Id="rId36" Type="http://schemas.openxmlformats.org/officeDocument/2006/relationships/image" Target="../media/image817.png"/><Relationship Id="rId49" Type="http://schemas.openxmlformats.org/officeDocument/2006/relationships/image" Target="../media/image652.png"/><Relationship Id="rId57" Type="http://schemas.openxmlformats.org/officeDocument/2006/relationships/image" Target="../media/image833.png"/><Relationship Id="rId10" Type="http://schemas.openxmlformats.org/officeDocument/2006/relationships/image" Target="../media/image801.png"/><Relationship Id="rId31" Type="http://schemas.openxmlformats.org/officeDocument/2006/relationships/image" Target="../media/image659.png"/><Relationship Id="rId44" Type="http://schemas.openxmlformats.org/officeDocument/2006/relationships/image" Target="../media/image234.png"/><Relationship Id="rId52" Type="http://schemas.openxmlformats.org/officeDocument/2006/relationships/image" Target="../media/image829.png"/><Relationship Id="rId60" Type="http://schemas.openxmlformats.org/officeDocument/2006/relationships/image" Target="../media/image836.png"/><Relationship Id="rId65" Type="http://schemas.openxmlformats.org/officeDocument/2006/relationships/image" Target="../media/image841.png"/><Relationship Id="rId73" Type="http://schemas.openxmlformats.org/officeDocument/2006/relationships/image" Target="../media/image666.png"/><Relationship Id="rId78" Type="http://schemas.openxmlformats.org/officeDocument/2006/relationships/image" Target="../media/image851.png"/><Relationship Id="rId81" Type="http://schemas.openxmlformats.org/officeDocument/2006/relationships/image" Target="../media/image854.png"/><Relationship Id="rId86" Type="http://schemas.openxmlformats.org/officeDocument/2006/relationships/image" Target="../media/image859.png"/><Relationship Id="rId94" Type="http://schemas.openxmlformats.org/officeDocument/2006/relationships/image" Target="../media/image88.png"/><Relationship Id="rId4" Type="http://schemas.openxmlformats.org/officeDocument/2006/relationships/image" Target="../media/image582.png"/><Relationship Id="rId9" Type="http://schemas.openxmlformats.org/officeDocument/2006/relationships/image" Target="../media/image738.png"/><Relationship Id="rId13" Type="http://schemas.openxmlformats.org/officeDocument/2006/relationships/image" Target="../media/image802.png"/><Relationship Id="rId18" Type="http://schemas.openxmlformats.org/officeDocument/2006/relationships/image" Target="../media/image759.png"/><Relationship Id="rId39" Type="http://schemas.openxmlformats.org/officeDocument/2006/relationships/image" Target="../media/image796.png"/><Relationship Id="rId34" Type="http://schemas.openxmlformats.org/officeDocument/2006/relationships/image" Target="../media/image815.png"/><Relationship Id="rId50" Type="http://schemas.openxmlformats.org/officeDocument/2006/relationships/image" Target="../media/image827.png"/><Relationship Id="rId55" Type="http://schemas.openxmlformats.org/officeDocument/2006/relationships/image" Target="../media/image832.png"/><Relationship Id="rId76" Type="http://schemas.openxmlformats.org/officeDocument/2006/relationships/image" Target="../media/image850.png"/><Relationship Id="rId97" Type="http://schemas.openxmlformats.org/officeDocument/2006/relationships/image" Target="../media/image91.png"/><Relationship Id="rId7" Type="http://schemas.openxmlformats.org/officeDocument/2006/relationships/image" Target="../media/image512.png"/><Relationship Id="rId71" Type="http://schemas.openxmlformats.org/officeDocument/2006/relationships/image" Target="../media/image847.png"/><Relationship Id="rId92" Type="http://schemas.openxmlformats.org/officeDocument/2006/relationships/image" Target="../media/image86.png"/><Relationship Id="rId2" Type="http://schemas.openxmlformats.org/officeDocument/2006/relationships/image" Target="../media/image580.png"/><Relationship Id="rId29" Type="http://schemas.openxmlformats.org/officeDocument/2006/relationships/image" Target="../media/image813.png"/><Relationship Id="rId24" Type="http://schemas.openxmlformats.org/officeDocument/2006/relationships/image" Target="../media/image789.png"/><Relationship Id="rId40" Type="http://schemas.openxmlformats.org/officeDocument/2006/relationships/image" Target="../media/image820.png"/><Relationship Id="rId45" Type="http://schemas.openxmlformats.org/officeDocument/2006/relationships/image" Target="../media/image823.png"/><Relationship Id="rId66" Type="http://schemas.openxmlformats.org/officeDocument/2006/relationships/image" Target="../media/image842.png"/><Relationship Id="rId87" Type="http://schemas.openxmlformats.org/officeDocument/2006/relationships/image" Target="../media/image860.png"/><Relationship Id="rId61" Type="http://schemas.openxmlformats.org/officeDocument/2006/relationships/image" Target="../media/image837.png"/><Relationship Id="rId82" Type="http://schemas.openxmlformats.org/officeDocument/2006/relationships/image" Target="../media/image855.png"/><Relationship Id="rId19" Type="http://schemas.openxmlformats.org/officeDocument/2006/relationships/image" Target="../media/image806.png"/><Relationship Id="rId14" Type="http://schemas.openxmlformats.org/officeDocument/2006/relationships/image" Target="../media/image803.png"/><Relationship Id="rId30" Type="http://schemas.openxmlformats.org/officeDocument/2006/relationships/image" Target="../media/image814.png"/><Relationship Id="rId35" Type="http://schemas.openxmlformats.org/officeDocument/2006/relationships/image" Target="../media/image816.png"/><Relationship Id="rId56" Type="http://schemas.openxmlformats.org/officeDocument/2006/relationships/image" Target="../media/image750.png"/><Relationship Id="rId77" Type="http://schemas.openxmlformats.org/officeDocument/2006/relationships/image" Target="../media/image654.png"/><Relationship Id="rId8" Type="http://schemas.openxmlformats.org/officeDocument/2006/relationships/image" Target="../media/image737.png"/><Relationship Id="rId51" Type="http://schemas.openxmlformats.org/officeDocument/2006/relationships/image" Target="../media/image828.png"/><Relationship Id="rId72" Type="http://schemas.openxmlformats.org/officeDocument/2006/relationships/image" Target="../media/image848.png"/><Relationship Id="rId93" Type="http://schemas.openxmlformats.org/officeDocument/2006/relationships/image" Target="../media/image87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0.png"/><Relationship Id="rId18" Type="http://schemas.openxmlformats.org/officeDocument/2006/relationships/image" Target="../media/image875.png"/><Relationship Id="rId26" Type="http://schemas.openxmlformats.org/officeDocument/2006/relationships/image" Target="../media/image883.png"/><Relationship Id="rId39" Type="http://schemas.openxmlformats.org/officeDocument/2006/relationships/image" Target="../media/image637.png"/><Relationship Id="rId21" Type="http://schemas.openxmlformats.org/officeDocument/2006/relationships/image" Target="../media/image878.png"/><Relationship Id="rId34" Type="http://schemas.openxmlformats.org/officeDocument/2006/relationships/image" Target="../media/image891.png"/><Relationship Id="rId42" Type="http://schemas.openxmlformats.org/officeDocument/2006/relationships/image" Target="../media/image892.png"/><Relationship Id="rId7" Type="http://schemas.openxmlformats.org/officeDocument/2006/relationships/image" Target="../media/image864.png"/><Relationship Id="rId2" Type="http://schemas.openxmlformats.org/officeDocument/2006/relationships/image" Target="../media/image580.png"/><Relationship Id="rId16" Type="http://schemas.openxmlformats.org/officeDocument/2006/relationships/image" Target="../media/image873.png"/><Relationship Id="rId20" Type="http://schemas.openxmlformats.org/officeDocument/2006/relationships/image" Target="../media/image877.png"/><Relationship Id="rId29" Type="http://schemas.openxmlformats.org/officeDocument/2006/relationships/image" Target="../media/image886.png"/><Relationship Id="rId41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3.png"/><Relationship Id="rId11" Type="http://schemas.openxmlformats.org/officeDocument/2006/relationships/image" Target="../media/image868.png"/><Relationship Id="rId24" Type="http://schemas.openxmlformats.org/officeDocument/2006/relationships/image" Target="../media/image881.png"/><Relationship Id="rId32" Type="http://schemas.openxmlformats.org/officeDocument/2006/relationships/image" Target="../media/image889.png"/><Relationship Id="rId37" Type="http://schemas.openxmlformats.org/officeDocument/2006/relationships/image" Target="../media/image85.png"/><Relationship Id="rId40" Type="http://schemas.openxmlformats.org/officeDocument/2006/relationships/image" Target="../media/image88.png"/><Relationship Id="rId5" Type="http://schemas.openxmlformats.org/officeDocument/2006/relationships/image" Target="../media/image686.png"/><Relationship Id="rId15" Type="http://schemas.openxmlformats.org/officeDocument/2006/relationships/image" Target="../media/image872.png"/><Relationship Id="rId23" Type="http://schemas.openxmlformats.org/officeDocument/2006/relationships/image" Target="../media/image880.png"/><Relationship Id="rId28" Type="http://schemas.openxmlformats.org/officeDocument/2006/relationships/image" Target="../media/image885.png"/><Relationship Id="rId36" Type="http://schemas.openxmlformats.org/officeDocument/2006/relationships/image" Target="../media/image84.png"/><Relationship Id="rId10" Type="http://schemas.openxmlformats.org/officeDocument/2006/relationships/image" Target="../media/image867.png"/><Relationship Id="rId19" Type="http://schemas.openxmlformats.org/officeDocument/2006/relationships/image" Target="../media/image876.png"/><Relationship Id="rId31" Type="http://schemas.openxmlformats.org/officeDocument/2006/relationships/image" Target="../media/image888.png"/><Relationship Id="rId4" Type="http://schemas.openxmlformats.org/officeDocument/2006/relationships/image" Target="../media/image582.png"/><Relationship Id="rId9" Type="http://schemas.openxmlformats.org/officeDocument/2006/relationships/image" Target="../media/image866.png"/><Relationship Id="rId14" Type="http://schemas.openxmlformats.org/officeDocument/2006/relationships/image" Target="../media/image871.png"/><Relationship Id="rId22" Type="http://schemas.openxmlformats.org/officeDocument/2006/relationships/image" Target="../media/image879.png"/><Relationship Id="rId27" Type="http://schemas.openxmlformats.org/officeDocument/2006/relationships/image" Target="../media/image884.png"/><Relationship Id="rId30" Type="http://schemas.openxmlformats.org/officeDocument/2006/relationships/image" Target="../media/image887.png"/><Relationship Id="rId35" Type="http://schemas.openxmlformats.org/officeDocument/2006/relationships/image" Target="../media/image635.png"/><Relationship Id="rId43" Type="http://schemas.openxmlformats.org/officeDocument/2006/relationships/image" Target="../media/image639.png"/><Relationship Id="rId8" Type="http://schemas.openxmlformats.org/officeDocument/2006/relationships/image" Target="../media/image865.png"/><Relationship Id="rId3" Type="http://schemas.openxmlformats.org/officeDocument/2006/relationships/image" Target="../media/image581.png"/><Relationship Id="rId12" Type="http://schemas.openxmlformats.org/officeDocument/2006/relationships/image" Target="../media/image869.png"/><Relationship Id="rId17" Type="http://schemas.openxmlformats.org/officeDocument/2006/relationships/image" Target="../media/image874.png"/><Relationship Id="rId25" Type="http://schemas.openxmlformats.org/officeDocument/2006/relationships/image" Target="../media/image882.png"/><Relationship Id="rId33" Type="http://schemas.openxmlformats.org/officeDocument/2006/relationships/image" Target="../media/image890.png"/><Relationship Id="rId38" Type="http://schemas.openxmlformats.org/officeDocument/2006/relationships/image" Target="../media/image636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0.png"/><Relationship Id="rId18" Type="http://schemas.openxmlformats.org/officeDocument/2006/relationships/image" Target="../media/image897.png"/><Relationship Id="rId26" Type="http://schemas.openxmlformats.org/officeDocument/2006/relationships/image" Target="../media/image905.png"/><Relationship Id="rId21" Type="http://schemas.openxmlformats.org/officeDocument/2006/relationships/image" Target="../media/image900.png"/><Relationship Id="rId34" Type="http://schemas.openxmlformats.org/officeDocument/2006/relationships/image" Target="../media/image88.png"/><Relationship Id="rId7" Type="http://schemas.openxmlformats.org/officeDocument/2006/relationships/image" Target="../media/image864.png"/><Relationship Id="rId12" Type="http://schemas.openxmlformats.org/officeDocument/2006/relationships/image" Target="../media/image895.png"/><Relationship Id="rId17" Type="http://schemas.openxmlformats.org/officeDocument/2006/relationships/image" Target="../media/image896.png"/><Relationship Id="rId25" Type="http://schemas.openxmlformats.org/officeDocument/2006/relationships/image" Target="../media/image904.png"/><Relationship Id="rId33" Type="http://schemas.openxmlformats.org/officeDocument/2006/relationships/image" Target="../media/image637.png"/><Relationship Id="rId2" Type="http://schemas.openxmlformats.org/officeDocument/2006/relationships/image" Target="../media/image580.png"/><Relationship Id="rId16" Type="http://schemas.openxmlformats.org/officeDocument/2006/relationships/image" Target="../media/image873.png"/><Relationship Id="rId20" Type="http://schemas.openxmlformats.org/officeDocument/2006/relationships/image" Target="../media/image899.png"/><Relationship Id="rId29" Type="http://schemas.openxmlformats.org/officeDocument/2006/relationships/image" Target="../media/image6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3.png"/><Relationship Id="rId11" Type="http://schemas.openxmlformats.org/officeDocument/2006/relationships/image" Target="../media/image868.png"/><Relationship Id="rId24" Type="http://schemas.openxmlformats.org/officeDocument/2006/relationships/image" Target="../media/image903.png"/><Relationship Id="rId32" Type="http://schemas.openxmlformats.org/officeDocument/2006/relationships/image" Target="../media/image636.png"/><Relationship Id="rId37" Type="http://schemas.openxmlformats.org/officeDocument/2006/relationships/image" Target="../media/image639.png"/><Relationship Id="rId5" Type="http://schemas.openxmlformats.org/officeDocument/2006/relationships/image" Target="../media/image686.png"/><Relationship Id="rId15" Type="http://schemas.openxmlformats.org/officeDocument/2006/relationships/image" Target="../media/image872.png"/><Relationship Id="rId23" Type="http://schemas.openxmlformats.org/officeDocument/2006/relationships/image" Target="../media/image902.png"/><Relationship Id="rId28" Type="http://schemas.openxmlformats.org/officeDocument/2006/relationships/image" Target="../media/image907.png"/><Relationship Id="rId36" Type="http://schemas.openxmlformats.org/officeDocument/2006/relationships/image" Target="../media/image908.png"/><Relationship Id="rId10" Type="http://schemas.openxmlformats.org/officeDocument/2006/relationships/image" Target="../media/image894.png"/><Relationship Id="rId19" Type="http://schemas.openxmlformats.org/officeDocument/2006/relationships/image" Target="../media/image898.png"/><Relationship Id="rId31" Type="http://schemas.openxmlformats.org/officeDocument/2006/relationships/image" Target="../media/image85.png"/><Relationship Id="rId4" Type="http://schemas.openxmlformats.org/officeDocument/2006/relationships/image" Target="../media/image582.png"/><Relationship Id="rId9" Type="http://schemas.openxmlformats.org/officeDocument/2006/relationships/image" Target="../media/image893.png"/><Relationship Id="rId14" Type="http://schemas.openxmlformats.org/officeDocument/2006/relationships/image" Target="../media/image871.png"/><Relationship Id="rId22" Type="http://schemas.openxmlformats.org/officeDocument/2006/relationships/image" Target="../media/image901.png"/><Relationship Id="rId27" Type="http://schemas.openxmlformats.org/officeDocument/2006/relationships/image" Target="../media/image906.png"/><Relationship Id="rId30" Type="http://schemas.openxmlformats.org/officeDocument/2006/relationships/image" Target="../media/image84.png"/><Relationship Id="rId35" Type="http://schemas.openxmlformats.org/officeDocument/2006/relationships/image" Target="../media/image89.png"/><Relationship Id="rId8" Type="http://schemas.openxmlformats.org/officeDocument/2006/relationships/image" Target="../media/image865.png"/><Relationship Id="rId3" Type="http://schemas.openxmlformats.org/officeDocument/2006/relationships/image" Target="../media/image581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1.png"/><Relationship Id="rId18" Type="http://schemas.openxmlformats.org/officeDocument/2006/relationships/image" Target="../media/image913.png"/><Relationship Id="rId26" Type="http://schemas.openxmlformats.org/officeDocument/2006/relationships/image" Target="../media/image921.png"/><Relationship Id="rId39" Type="http://schemas.openxmlformats.org/officeDocument/2006/relationships/image" Target="../media/image84.png"/><Relationship Id="rId21" Type="http://schemas.openxmlformats.org/officeDocument/2006/relationships/image" Target="../media/image916.png"/><Relationship Id="rId34" Type="http://schemas.openxmlformats.org/officeDocument/2006/relationships/image" Target="../media/image929.png"/><Relationship Id="rId42" Type="http://schemas.openxmlformats.org/officeDocument/2006/relationships/image" Target="../media/image637.png"/><Relationship Id="rId7" Type="http://schemas.openxmlformats.org/officeDocument/2006/relationships/image" Target="../media/image864.png"/><Relationship Id="rId2" Type="http://schemas.openxmlformats.org/officeDocument/2006/relationships/image" Target="../media/image580.png"/><Relationship Id="rId16" Type="http://schemas.openxmlformats.org/officeDocument/2006/relationships/image" Target="../media/image911.png"/><Relationship Id="rId29" Type="http://schemas.openxmlformats.org/officeDocument/2006/relationships/image" Target="../media/image9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3.png"/><Relationship Id="rId11" Type="http://schemas.openxmlformats.org/officeDocument/2006/relationships/image" Target="../media/image910.jpg"/><Relationship Id="rId24" Type="http://schemas.openxmlformats.org/officeDocument/2006/relationships/image" Target="../media/image919.png"/><Relationship Id="rId32" Type="http://schemas.openxmlformats.org/officeDocument/2006/relationships/image" Target="../media/image927.png"/><Relationship Id="rId37" Type="http://schemas.openxmlformats.org/officeDocument/2006/relationships/image" Target="../media/image932.png"/><Relationship Id="rId40" Type="http://schemas.openxmlformats.org/officeDocument/2006/relationships/image" Target="../media/image85.png"/><Relationship Id="rId45" Type="http://schemas.openxmlformats.org/officeDocument/2006/relationships/image" Target="../media/image933.png"/><Relationship Id="rId5" Type="http://schemas.openxmlformats.org/officeDocument/2006/relationships/image" Target="../media/image686.png"/><Relationship Id="rId15" Type="http://schemas.openxmlformats.org/officeDocument/2006/relationships/image" Target="../media/image873.png"/><Relationship Id="rId23" Type="http://schemas.openxmlformats.org/officeDocument/2006/relationships/image" Target="../media/image918.png"/><Relationship Id="rId28" Type="http://schemas.openxmlformats.org/officeDocument/2006/relationships/image" Target="../media/image923.png"/><Relationship Id="rId36" Type="http://schemas.openxmlformats.org/officeDocument/2006/relationships/image" Target="../media/image931.png"/><Relationship Id="rId10" Type="http://schemas.openxmlformats.org/officeDocument/2006/relationships/image" Target="../media/image868.png"/><Relationship Id="rId19" Type="http://schemas.openxmlformats.org/officeDocument/2006/relationships/image" Target="../media/image914.png"/><Relationship Id="rId31" Type="http://schemas.openxmlformats.org/officeDocument/2006/relationships/image" Target="../media/image926.png"/><Relationship Id="rId44" Type="http://schemas.openxmlformats.org/officeDocument/2006/relationships/image" Target="../media/image89.png"/><Relationship Id="rId4" Type="http://schemas.openxmlformats.org/officeDocument/2006/relationships/image" Target="../media/image582.png"/><Relationship Id="rId9" Type="http://schemas.openxmlformats.org/officeDocument/2006/relationships/image" Target="../media/image909.png"/><Relationship Id="rId14" Type="http://schemas.openxmlformats.org/officeDocument/2006/relationships/image" Target="../media/image872.png"/><Relationship Id="rId22" Type="http://schemas.openxmlformats.org/officeDocument/2006/relationships/image" Target="../media/image917.png"/><Relationship Id="rId27" Type="http://schemas.openxmlformats.org/officeDocument/2006/relationships/image" Target="../media/image922.png"/><Relationship Id="rId30" Type="http://schemas.openxmlformats.org/officeDocument/2006/relationships/image" Target="../media/image925.png"/><Relationship Id="rId35" Type="http://schemas.openxmlformats.org/officeDocument/2006/relationships/image" Target="../media/image930.png"/><Relationship Id="rId43" Type="http://schemas.openxmlformats.org/officeDocument/2006/relationships/image" Target="../media/image88.png"/><Relationship Id="rId8" Type="http://schemas.openxmlformats.org/officeDocument/2006/relationships/image" Target="../media/image865.png"/><Relationship Id="rId3" Type="http://schemas.openxmlformats.org/officeDocument/2006/relationships/image" Target="../media/image581.png"/><Relationship Id="rId12" Type="http://schemas.openxmlformats.org/officeDocument/2006/relationships/image" Target="../media/image870.png"/><Relationship Id="rId17" Type="http://schemas.openxmlformats.org/officeDocument/2006/relationships/image" Target="../media/image912.png"/><Relationship Id="rId25" Type="http://schemas.openxmlformats.org/officeDocument/2006/relationships/image" Target="../media/image920.png"/><Relationship Id="rId33" Type="http://schemas.openxmlformats.org/officeDocument/2006/relationships/image" Target="../media/image928.png"/><Relationship Id="rId38" Type="http://schemas.openxmlformats.org/officeDocument/2006/relationships/image" Target="../media/image635.png"/><Relationship Id="rId46" Type="http://schemas.openxmlformats.org/officeDocument/2006/relationships/image" Target="../media/image639.png"/><Relationship Id="rId20" Type="http://schemas.openxmlformats.org/officeDocument/2006/relationships/image" Target="../media/image915.png"/><Relationship Id="rId41" Type="http://schemas.openxmlformats.org/officeDocument/2006/relationships/image" Target="../media/image636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0.png"/><Relationship Id="rId18" Type="http://schemas.openxmlformats.org/officeDocument/2006/relationships/image" Target="../media/image937.png"/><Relationship Id="rId26" Type="http://schemas.openxmlformats.org/officeDocument/2006/relationships/image" Target="../media/image944.png"/><Relationship Id="rId21" Type="http://schemas.openxmlformats.org/officeDocument/2006/relationships/image" Target="../media/image940.png"/><Relationship Id="rId34" Type="http://schemas.openxmlformats.org/officeDocument/2006/relationships/image" Target="../media/image637.png"/><Relationship Id="rId7" Type="http://schemas.openxmlformats.org/officeDocument/2006/relationships/image" Target="../media/image864.png"/><Relationship Id="rId12" Type="http://schemas.openxmlformats.org/officeDocument/2006/relationships/image" Target="../media/image935.png"/><Relationship Id="rId17" Type="http://schemas.openxmlformats.org/officeDocument/2006/relationships/image" Target="../media/image936.png"/><Relationship Id="rId25" Type="http://schemas.openxmlformats.org/officeDocument/2006/relationships/image" Target="../media/image943.png"/><Relationship Id="rId33" Type="http://schemas.openxmlformats.org/officeDocument/2006/relationships/image" Target="../media/image636.png"/><Relationship Id="rId38" Type="http://schemas.openxmlformats.org/officeDocument/2006/relationships/image" Target="../media/image639.png"/><Relationship Id="rId2" Type="http://schemas.openxmlformats.org/officeDocument/2006/relationships/image" Target="../media/image580.png"/><Relationship Id="rId16" Type="http://schemas.openxmlformats.org/officeDocument/2006/relationships/image" Target="../media/image873.png"/><Relationship Id="rId20" Type="http://schemas.openxmlformats.org/officeDocument/2006/relationships/image" Target="../media/image939.png"/><Relationship Id="rId29" Type="http://schemas.openxmlformats.org/officeDocument/2006/relationships/image" Target="../media/image94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3.png"/><Relationship Id="rId11" Type="http://schemas.openxmlformats.org/officeDocument/2006/relationships/image" Target="../media/image868.png"/><Relationship Id="rId24" Type="http://schemas.openxmlformats.org/officeDocument/2006/relationships/image" Target="../media/image904.png"/><Relationship Id="rId32" Type="http://schemas.openxmlformats.org/officeDocument/2006/relationships/image" Target="../media/image85.png"/><Relationship Id="rId37" Type="http://schemas.openxmlformats.org/officeDocument/2006/relationships/image" Target="../media/image948.png"/><Relationship Id="rId5" Type="http://schemas.openxmlformats.org/officeDocument/2006/relationships/image" Target="../media/image686.png"/><Relationship Id="rId15" Type="http://schemas.openxmlformats.org/officeDocument/2006/relationships/image" Target="../media/image872.png"/><Relationship Id="rId23" Type="http://schemas.openxmlformats.org/officeDocument/2006/relationships/image" Target="../media/image942.png"/><Relationship Id="rId28" Type="http://schemas.openxmlformats.org/officeDocument/2006/relationships/image" Target="../media/image946.png"/><Relationship Id="rId36" Type="http://schemas.openxmlformats.org/officeDocument/2006/relationships/image" Target="../media/image89.png"/><Relationship Id="rId10" Type="http://schemas.openxmlformats.org/officeDocument/2006/relationships/image" Target="../media/image867.png"/><Relationship Id="rId19" Type="http://schemas.openxmlformats.org/officeDocument/2006/relationships/image" Target="../media/image938.png"/><Relationship Id="rId31" Type="http://schemas.openxmlformats.org/officeDocument/2006/relationships/image" Target="../media/image84.png"/><Relationship Id="rId4" Type="http://schemas.openxmlformats.org/officeDocument/2006/relationships/image" Target="../media/image582.png"/><Relationship Id="rId9" Type="http://schemas.openxmlformats.org/officeDocument/2006/relationships/image" Target="../media/image934.png"/><Relationship Id="rId14" Type="http://schemas.openxmlformats.org/officeDocument/2006/relationships/image" Target="../media/image871.png"/><Relationship Id="rId22" Type="http://schemas.openxmlformats.org/officeDocument/2006/relationships/image" Target="../media/image941.png"/><Relationship Id="rId27" Type="http://schemas.openxmlformats.org/officeDocument/2006/relationships/image" Target="../media/image945.png"/><Relationship Id="rId30" Type="http://schemas.openxmlformats.org/officeDocument/2006/relationships/image" Target="../media/image635.png"/><Relationship Id="rId35" Type="http://schemas.openxmlformats.org/officeDocument/2006/relationships/image" Target="../media/image88.png"/><Relationship Id="rId8" Type="http://schemas.openxmlformats.org/officeDocument/2006/relationships/image" Target="../media/image865.png"/><Relationship Id="rId3" Type="http://schemas.openxmlformats.org/officeDocument/2006/relationships/image" Target="../media/image58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9.png"/><Relationship Id="rId13" Type="http://schemas.openxmlformats.org/officeDocument/2006/relationships/image" Target="../media/image95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95.png"/><Relationship Id="rId5" Type="http://schemas.openxmlformats.org/officeDocument/2006/relationships/image" Target="../media/image4.png"/><Relationship Id="rId10" Type="http://schemas.openxmlformats.org/officeDocument/2006/relationships/image" Target="../media/image950.png"/><Relationship Id="rId4" Type="http://schemas.openxmlformats.org/officeDocument/2006/relationships/image" Target="../media/image3.png"/><Relationship Id="rId9" Type="http://schemas.openxmlformats.org/officeDocument/2006/relationships/image" Target="../media/image456.png"/><Relationship Id="rId1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75.png"/><Relationship Id="rId21" Type="http://schemas.openxmlformats.org/officeDocument/2006/relationships/image" Target="../media/image970.png"/><Relationship Id="rId42" Type="http://schemas.openxmlformats.org/officeDocument/2006/relationships/image" Target="../media/image988.png"/><Relationship Id="rId47" Type="http://schemas.openxmlformats.org/officeDocument/2006/relationships/image" Target="../media/image991.png"/><Relationship Id="rId63" Type="http://schemas.openxmlformats.org/officeDocument/2006/relationships/image" Target="../media/image1004.png"/><Relationship Id="rId68" Type="http://schemas.openxmlformats.org/officeDocument/2006/relationships/image" Target="../media/image1006.png"/><Relationship Id="rId84" Type="http://schemas.openxmlformats.org/officeDocument/2006/relationships/image" Target="../media/image85.png"/><Relationship Id="rId89" Type="http://schemas.openxmlformats.org/officeDocument/2006/relationships/image" Target="../media/image1020.png"/><Relationship Id="rId16" Type="http://schemas.openxmlformats.org/officeDocument/2006/relationships/image" Target="../media/image965.png"/><Relationship Id="rId11" Type="http://schemas.openxmlformats.org/officeDocument/2006/relationships/image" Target="../media/image960.png"/><Relationship Id="rId32" Type="http://schemas.openxmlformats.org/officeDocument/2006/relationships/image" Target="../media/image979.png"/><Relationship Id="rId37" Type="http://schemas.openxmlformats.org/officeDocument/2006/relationships/image" Target="../media/image984.png"/><Relationship Id="rId53" Type="http://schemas.openxmlformats.org/officeDocument/2006/relationships/image" Target="../media/image997.png"/><Relationship Id="rId58" Type="http://schemas.openxmlformats.org/officeDocument/2006/relationships/image" Target="../media/image1002.png"/><Relationship Id="rId74" Type="http://schemas.openxmlformats.org/officeDocument/2006/relationships/image" Target="../media/image1012.png"/><Relationship Id="rId79" Type="http://schemas.openxmlformats.org/officeDocument/2006/relationships/image" Target="../media/image1017.png"/><Relationship Id="rId5" Type="http://schemas.openxmlformats.org/officeDocument/2006/relationships/image" Target="../media/image955.png"/><Relationship Id="rId90" Type="http://schemas.openxmlformats.org/officeDocument/2006/relationships/image" Target="../media/image91.png"/><Relationship Id="rId14" Type="http://schemas.openxmlformats.org/officeDocument/2006/relationships/image" Target="../media/image963.png"/><Relationship Id="rId22" Type="http://schemas.openxmlformats.org/officeDocument/2006/relationships/image" Target="../media/image971.png"/><Relationship Id="rId27" Type="http://schemas.openxmlformats.org/officeDocument/2006/relationships/image" Target="../media/image976.png"/><Relationship Id="rId30" Type="http://schemas.openxmlformats.org/officeDocument/2006/relationships/image" Target="../media/image255.png"/><Relationship Id="rId35" Type="http://schemas.openxmlformats.org/officeDocument/2006/relationships/image" Target="../media/image982.png"/><Relationship Id="rId43" Type="http://schemas.openxmlformats.org/officeDocument/2006/relationships/image" Target="../media/image989.png"/><Relationship Id="rId48" Type="http://schemas.openxmlformats.org/officeDocument/2006/relationships/image" Target="../media/image992.png"/><Relationship Id="rId56" Type="http://schemas.openxmlformats.org/officeDocument/2006/relationships/image" Target="../media/image1000.png"/><Relationship Id="rId64" Type="http://schemas.openxmlformats.org/officeDocument/2006/relationships/image" Target="../media/image1005.png"/><Relationship Id="rId69" Type="http://schemas.openxmlformats.org/officeDocument/2006/relationships/image" Target="../media/image1007.png"/><Relationship Id="rId77" Type="http://schemas.openxmlformats.org/officeDocument/2006/relationships/image" Target="../media/image1015.png"/><Relationship Id="rId8" Type="http://schemas.openxmlformats.org/officeDocument/2006/relationships/image" Target="../media/image512.png"/><Relationship Id="rId51" Type="http://schemas.openxmlformats.org/officeDocument/2006/relationships/image" Target="../media/image995.png"/><Relationship Id="rId72" Type="http://schemas.openxmlformats.org/officeDocument/2006/relationships/image" Target="../media/image1010.png"/><Relationship Id="rId80" Type="http://schemas.openxmlformats.org/officeDocument/2006/relationships/image" Target="../media/image1018.png"/><Relationship Id="rId85" Type="http://schemas.openxmlformats.org/officeDocument/2006/relationships/image" Target="../media/image86.png"/><Relationship Id="rId3" Type="http://schemas.openxmlformats.org/officeDocument/2006/relationships/image" Target="../media/image461.png"/><Relationship Id="rId12" Type="http://schemas.openxmlformats.org/officeDocument/2006/relationships/image" Target="../media/image961.png"/><Relationship Id="rId17" Type="http://schemas.openxmlformats.org/officeDocument/2006/relationships/image" Target="../media/image966.png"/><Relationship Id="rId25" Type="http://schemas.openxmlformats.org/officeDocument/2006/relationships/image" Target="../media/image974.png"/><Relationship Id="rId33" Type="http://schemas.openxmlformats.org/officeDocument/2006/relationships/image" Target="../media/image980.png"/><Relationship Id="rId38" Type="http://schemas.openxmlformats.org/officeDocument/2006/relationships/image" Target="../media/image985.png"/><Relationship Id="rId46" Type="http://schemas.openxmlformats.org/officeDocument/2006/relationships/image" Target="../media/image495.png"/><Relationship Id="rId59" Type="http://schemas.openxmlformats.org/officeDocument/2006/relationships/image" Target="../media/image171.png"/><Relationship Id="rId67" Type="http://schemas.openxmlformats.org/officeDocument/2006/relationships/image" Target="../media/image397.png"/><Relationship Id="rId20" Type="http://schemas.openxmlformats.org/officeDocument/2006/relationships/image" Target="../media/image969.png"/><Relationship Id="rId41" Type="http://schemas.openxmlformats.org/officeDocument/2006/relationships/image" Target="../media/image223.png"/><Relationship Id="rId54" Type="http://schemas.openxmlformats.org/officeDocument/2006/relationships/image" Target="../media/image998.png"/><Relationship Id="rId62" Type="http://schemas.openxmlformats.org/officeDocument/2006/relationships/image" Target="../media/image189.png"/><Relationship Id="rId70" Type="http://schemas.openxmlformats.org/officeDocument/2006/relationships/image" Target="../media/image1008.png"/><Relationship Id="rId75" Type="http://schemas.openxmlformats.org/officeDocument/2006/relationships/image" Target="../media/image1013.png"/><Relationship Id="rId83" Type="http://schemas.openxmlformats.org/officeDocument/2006/relationships/image" Target="../media/image84.png"/><Relationship Id="rId88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6.png"/><Relationship Id="rId15" Type="http://schemas.openxmlformats.org/officeDocument/2006/relationships/image" Target="../media/image964.png"/><Relationship Id="rId23" Type="http://schemas.openxmlformats.org/officeDocument/2006/relationships/image" Target="../media/image972.png"/><Relationship Id="rId28" Type="http://schemas.openxmlformats.org/officeDocument/2006/relationships/image" Target="../media/image977.png"/><Relationship Id="rId36" Type="http://schemas.openxmlformats.org/officeDocument/2006/relationships/image" Target="../media/image983.png"/><Relationship Id="rId49" Type="http://schemas.openxmlformats.org/officeDocument/2006/relationships/image" Target="../media/image993.png"/><Relationship Id="rId57" Type="http://schemas.openxmlformats.org/officeDocument/2006/relationships/image" Target="../media/image1001.png"/><Relationship Id="rId10" Type="http://schemas.openxmlformats.org/officeDocument/2006/relationships/image" Target="../media/image959.png"/><Relationship Id="rId31" Type="http://schemas.openxmlformats.org/officeDocument/2006/relationships/image" Target="../media/image224.png"/><Relationship Id="rId44" Type="http://schemas.openxmlformats.org/officeDocument/2006/relationships/image" Target="../media/image219.png"/><Relationship Id="rId52" Type="http://schemas.openxmlformats.org/officeDocument/2006/relationships/image" Target="../media/image996.png"/><Relationship Id="rId60" Type="http://schemas.openxmlformats.org/officeDocument/2006/relationships/image" Target="../media/image236.png"/><Relationship Id="rId65" Type="http://schemas.openxmlformats.org/officeDocument/2006/relationships/image" Target="../media/image244.png"/><Relationship Id="rId73" Type="http://schemas.openxmlformats.org/officeDocument/2006/relationships/image" Target="../media/image1011.png"/><Relationship Id="rId78" Type="http://schemas.openxmlformats.org/officeDocument/2006/relationships/image" Target="../media/image1016.png"/><Relationship Id="rId81" Type="http://schemas.openxmlformats.org/officeDocument/2006/relationships/image" Target="../media/image1019.png"/><Relationship Id="rId86" Type="http://schemas.openxmlformats.org/officeDocument/2006/relationships/image" Target="../media/image87.png"/><Relationship Id="rId4" Type="http://schemas.openxmlformats.org/officeDocument/2006/relationships/image" Target="../media/image954.png"/><Relationship Id="rId9" Type="http://schemas.openxmlformats.org/officeDocument/2006/relationships/image" Target="../media/image958.png"/><Relationship Id="rId13" Type="http://schemas.openxmlformats.org/officeDocument/2006/relationships/image" Target="../media/image962.png"/><Relationship Id="rId18" Type="http://schemas.openxmlformats.org/officeDocument/2006/relationships/image" Target="../media/image967.png"/><Relationship Id="rId39" Type="http://schemas.openxmlformats.org/officeDocument/2006/relationships/image" Target="../media/image986.png"/><Relationship Id="rId34" Type="http://schemas.openxmlformats.org/officeDocument/2006/relationships/image" Target="../media/image981.png"/><Relationship Id="rId50" Type="http://schemas.openxmlformats.org/officeDocument/2006/relationships/image" Target="../media/image994.png"/><Relationship Id="rId55" Type="http://schemas.openxmlformats.org/officeDocument/2006/relationships/image" Target="../media/image999.png"/><Relationship Id="rId76" Type="http://schemas.openxmlformats.org/officeDocument/2006/relationships/image" Target="../media/image1014.png"/><Relationship Id="rId7" Type="http://schemas.openxmlformats.org/officeDocument/2006/relationships/image" Target="../media/image957.png"/><Relationship Id="rId71" Type="http://schemas.openxmlformats.org/officeDocument/2006/relationships/image" Target="../media/image1009.png"/><Relationship Id="rId2" Type="http://schemas.openxmlformats.org/officeDocument/2006/relationships/image" Target="../media/image953.png"/><Relationship Id="rId29" Type="http://schemas.openxmlformats.org/officeDocument/2006/relationships/image" Target="../media/image978.png"/><Relationship Id="rId24" Type="http://schemas.openxmlformats.org/officeDocument/2006/relationships/image" Target="../media/image973.png"/><Relationship Id="rId40" Type="http://schemas.openxmlformats.org/officeDocument/2006/relationships/image" Target="../media/image987.png"/><Relationship Id="rId45" Type="http://schemas.openxmlformats.org/officeDocument/2006/relationships/image" Target="../media/image990.png"/><Relationship Id="rId66" Type="http://schemas.openxmlformats.org/officeDocument/2006/relationships/image" Target="../media/image241.png"/><Relationship Id="rId87" Type="http://schemas.openxmlformats.org/officeDocument/2006/relationships/image" Target="../media/image88.png"/><Relationship Id="rId61" Type="http://schemas.openxmlformats.org/officeDocument/2006/relationships/image" Target="../media/image1003.png"/><Relationship Id="rId82" Type="http://schemas.openxmlformats.org/officeDocument/2006/relationships/image" Target="../media/image83.png"/><Relationship Id="rId19" Type="http://schemas.openxmlformats.org/officeDocument/2006/relationships/image" Target="../media/image968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2.png"/><Relationship Id="rId18" Type="http://schemas.openxmlformats.org/officeDocument/2006/relationships/image" Target="../media/image1035.png"/><Relationship Id="rId26" Type="http://schemas.openxmlformats.org/officeDocument/2006/relationships/image" Target="../media/image1043.png"/><Relationship Id="rId39" Type="http://schemas.openxmlformats.org/officeDocument/2006/relationships/image" Target="../media/image1056.png"/><Relationship Id="rId21" Type="http://schemas.openxmlformats.org/officeDocument/2006/relationships/image" Target="../media/image1038.png"/><Relationship Id="rId34" Type="http://schemas.openxmlformats.org/officeDocument/2006/relationships/image" Target="../media/image1051.png"/><Relationship Id="rId42" Type="http://schemas.openxmlformats.org/officeDocument/2006/relationships/image" Target="../media/image1059.png"/><Relationship Id="rId47" Type="http://schemas.openxmlformats.org/officeDocument/2006/relationships/image" Target="../media/image1064.png"/><Relationship Id="rId50" Type="http://schemas.openxmlformats.org/officeDocument/2006/relationships/image" Target="../media/image84.png"/><Relationship Id="rId55" Type="http://schemas.openxmlformats.org/officeDocument/2006/relationships/image" Target="../media/image89.png"/><Relationship Id="rId7" Type="http://schemas.openxmlformats.org/officeDocument/2006/relationships/image" Target="../media/image1026.png"/><Relationship Id="rId2" Type="http://schemas.openxmlformats.org/officeDocument/2006/relationships/image" Target="../media/image1021.png"/><Relationship Id="rId16" Type="http://schemas.openxmlformats.org/officeDocument/2006/relationships/image" Target="../media/image214.png"/><Relationship Id="rId29" Type="http://schemas.openxmlformats.org/officeDocument/2006/relationships/image" Target="../media/image1046.png"/><Relationship Id="rId11" Type="http://schemas.openxmlformats.org/officeDocument/2006/relationships/image" Target="../media/image1030.png"/><Relationship Id="rId24" Type="http://schemas.openxmlformats.org/officeDocument/2006/relationships/image" Target="../media/image1041.png"/><Relationship Id="rId32" Type="http://schemas.openxmlformats.org/officeDocument/2006/relationships/image" Target="../media/image1049.png"/><Relationship Id="rId37" Type="http://schemas.openxmlformats.org/officeDocument/2006/relationships/image" Target="../media/image1054.png"/><Relationship Id="rId40" Type="http://schemas.openxmlformats.org/officeDocument/2006/relationships/image" Target="../media/image1057.png"/><Relationship Id="rId45" Type="http://schemas.openxmlformats.org/officeDocument/2006/relationships/image" Target="../media/image1062.png"/><Relationship Id="rId53" Type="http://schemas.openxmlformats.org/officeDocument/2006/relationships/image" Target="../media/image87.png"/><Relationship Id="rId5" Type="http://schemas.openxmlformats.org/officeDocument/2006/relationships/image" Target="../media/image1024.png"/><Relationship Id="rId19" Type="http://schemas.openxmlformats.org/officeDocument/2006/relationships/image" Target="../media/image1036.png"/><Relationship Id="rId4" Type="http://schemas.openxmlformats.org/officeDocument/2006/relationships/image" Target="../media/image1023.png"/><Relationship Id="rId9" Type="http://schemas.openxmlformats.org/officeDocument/2006/relationships/image" Target="../media/image1028.png"/><Relationship Id="rId14" Type="http://schemas.openxmlformats.org/officeDocument/2006/relationships/image" Target="../media/image1033.png"/><Relationship Id="rId22" Type="http://schemas.openxmlformats.org/officeDocument/2006/relationships/image" Target="../media/image1039.png"/><Relationship Id="rId27" Type="http://schemas.openxmlformats.org/officeDocument/2006/relationships/image" Target="../media/image1044.png"/><Relationship Id="rId30" Type="http://schemas.openxmlformats.org/officeDocument/2006/relationships/image" Target="../media/image1047.png"/><Relationship Id="rId35" Type="http://schemas.openxmlformats.org/officeDocument/2006/relationships/image" Target="../media/image1052.png"/><Relationship Id="rId43" Type="http://schemas.openxmlformats.org/officeDocument/2006/relationships/image" Target="../media/image1060.png"/><Relationship Id="rId48" Type="http://schemas.openxmlformats.org/officeDocument/2006/relationships/image" Target="../media/image1065.png"/><Relationship Id="rId56" Type="http://schemas.openxmlformats.org/officeDocument/2006/relationships/image" Target="../media/image1066.png"/><Relationship Id="rId8" Type="http://schemas.openxmlformats.org/officeDocument/2006/relationships/image" Target="../media/image1027.png"/><Relationship Id="rId51" Type="http://schemas.openxmlformats.org/officeDocument/2006/relationships/image" Target="../media/image85.png"/><Relationship Id="rId3" Type="http://schemas.openxmlformats.org/officeDocument/2006/relationships/image" Target="../media/image1022.png"/><Relationship Id="rId12" Type="http://schemas.openxmlformats.org/officeDocument/2006/relationships/image" Target="../media/image1031.png"/><Relationship Id="rId17" Type="http://schemas.openxmlformats.org/officeDocument/2006/relationships/image" Target="../media/image1034.png"/><Relationship Id="rId25" Type="http://schemas.openxmlformats.org/officeDocument/2006/relationships/image" Target="../media/image1042.png"/><Relationship Id="rId33" Type="http://schemas.openxmlformats.org/officeDocument/2006/relationships/image" Target="../media/image1050.png"/><Relationship Id="rId38" Type="http://schemas.openxmlformats.org/officeDocument/2006/relationships/image" Target="../media/image1055.png"/><Relationship Id="rId46" Type="http://schemas.openxmlformats.org/officeDocument/2006/relationships/image" Target="../media/image1063.png"/><Relationship Id="rId20" Type="http://schemas.openxmlformats.org/officeDocument/2006/relationships/image" Target="../media/image1037.png"/><Relationship Id="rId41" Type="http://schemas.openxmlformats.org/officeDocument/2006/relationships/image" Target="../media/image1058.png"/><Relationship Id="rId54" Type="http://schemas.openxmlformats.org/officeDocument/2006/relationships/image" Target="../media/image8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25.png"/><Relationship Id="rId15" Type="http://schemas.openxmlformats.org/officeDocument/2006/relationships/image" Target="../media/image213.png"/><Relationship Id="rId23" Type="http://schemas.openxmlformats.org/officeDocument/2006/relationships/image" Target="../media/image1040.png"/><Relationship Id="rId28" Type="http://schemas.openxmlformats.org/officeDocument/2006/relationships/image" Target="../media/image1045.png"/><Relationship Id="rId36" Type="http://schemas.openxmlformats.org/officeDocument/2006/relationships/image" Target="../media/image1053.png"/><Relationship Id="rId49" Type="http://schemas.openxmlformats.org/officeDocument/2006/relationships/image" Target="../media/image83.png"/><Relationship Id="rId57" Type="http://schemas.openxmlformats.org/officeDocument/2006/relationships/image" Target="../media/image91.png"/><Relationship Id="rId10" Type="http://schemas.openxmlformats.org/officeDocument/2006/relationships/image" Target="../media/image1029.png"/><Relationship Id="rId31" Type="http://schemas.openxmlformats.org/officeDocument/2006/relationships/image" Target="../media/image1048.png"/><Relationship Id="rId44" Type="http://schemas.openxmlformats.org/officeDocument/2006/relationships/image" Target="../media/image1061.png"/><Relationship Id="rId52" Type="http://schemas.openxmlformats.org/officeDocument/2006/relationships/image" Target="../media/image86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6.png"/><Relationship Id="rId18" Type="http://schemas.openxmlformats.org/officeDocument/2006/relationships/image" Target="../media/image1080.png"/><Relationship Id="rId26" Type="http://schemas.openxmlformats.org/officeDocument/2006/relationships/image" Target="../media/image1088.png"/><Relationship Id="rId39" Type="http://schemas.openxmlformats.org/officeDocument/2006/relationships/image" Target="../media/image1101.png"/><Relationship Id="rId21" Type="http://schemas.openxmlformats.org/officeDocument/2006/relationships/image" Target="../media/image1083.png"/><Relationship Id="rId34" Type="http://schemas.openxmlformats.org/officeDocument/2006/relationships/image" Target="../media/image1096.png"/><Relationship Id="rId42" Type="http://schemas.openxmlformats.org/officeDocument/2006/relationships/image" Target="../media/image1104.png"/><Relationship Id="rId47" Type="http://schemas.openxmlformats.org/officeDocument/2006/relationships/image" Target="../media/image1109.png"/><Relationship Id="rId50" Type="http://schemas.openxmlformats.org/officeDocument/2006/relationships/image" Target="../media/image1112.png"/><Relationship Id="rId55" Type="http://schemas.openxmlformats.org/officeDocument/2006/relationships/image" Target="../media/image86.png"/><Relationship Id="rId7" Type="http://schemas.openxmlformats.org/officeDocument/2006/relationships/image" Target="../media/image1070.png"/><Relationship Id="rId2" Type="http://schemas.openxmlformats.org/officeDocument/2006/relationships/video" Target="../media/media1.mp4"/><Relationship Id="rId16" Type="http://schemas.openxmlformats.org/officeDocument/2006/relationships/image" Target="../media/image80.png"/><Relationship Id="rId29" Type="http://schemas.openxmlformats.org/officeDocument/2006/relationships/image" Target="../media/image1091.png"/><Relationship Id="rId11" Type="http://schemas.openxmlformats.org/officeDocument/2006/relationships/image" Target="../media/image1074.png"/><Relationship Id="rId24" Type="http://schemas.openxmlformats.org/officeDocument/2006/relationships/image" Target="../media/image1086.png"/><Relationship Id="rId32" Type="http://schemas.openxmlformats.org/officeDocument/2006/relationships/image" Target="../media/image1094.png"/><Relationship Id="rId37" Type="http://schemas.openxmlformats.org/officeDocument/2006/relationships/image" Target="../media/image1099.png"/><Relationship Id="rId40" Type="http://schemas.openxmlformats.org/officeDocument/2006/relationships/image" Target="../media/image1102.png"/><Relationship Id="rId45" Type="http://schemas.openxmlformats.org/officeDocument/2006/relationships/image" Target="../media/image1107.png"/><Relationship Id="rId53" Type="http://schemas.openxmlformats.org/officeDocument/2006/relationships/image" Target="../media/image84.png"/><Relationship Id="rId58" Type="http://schemas.openxmlformats.org/officeDocument/2006/relationships/image" Target="../media/image89.png"/><Relationship Id="rId5" Type="http://schemas.openxmlformats.org/officeDocument/2006/relationships/image" Target="../media/image1068.png"/><Relationship Id="rId61" Type="http://schemas.openxmlformats.org/officeDocument/2006/relationships/image" Target="../media/image1115.png"/><Relationship Id="rId19" Type="http://schemas.openxmlformats.org/officeDocument/2006/relationships/image" Target="../media/image1081.png"/><Relationship Id="rId14" Type="http://schemas.openxmlformats.org/officeDocument/2006/relationships/image" Target="../media/image1077.png"/><Relationship Id="rId22" Type="http://schemas.openxmlformats.org/officeDocument/2006/relationships/image" Target="../media/image1084.png"/><Relationship Id="rId27" Type="http://schemas.openxmlformats.org/officeDocument/2006/relationships/image" Target="../media/image1089.png"/><Relationship Id="rId30" Type="http://schemas.openxmlformats.org/officeDocument/2006/relationships/image" Target="../media/image1092.png"/><Relationship Id="rId35" Type="http://schemas.openxmlformats.org/officeDocument/2006/relationships/image" Target="../media/image1097.png"/><Relationship Id="rId43" Type="http://schemas.openxmlformats.org/officeDocument/2006/relationships/image" Target="../media/image1105.png"/><Relationship Id="rId48" Type="http://schemas.openxmlformats.org/officeDocument/2006/relationships/image" Target="../media/image1110.png"/><Relationship Id="rId56" Type="http://schemas.openxmlformats.org/officeDocument/2006/relationships/image" Target="../media/image87.png"/><Relationship Id="rId8" Type="http://schemas.openxmlformats.org/officeDocument/2006/relationships/image" Target="../media/image1071.png"/><Relationship Id="rId51" Type="http://schemas.openxmlformats.org/officeDocument/2006/relationships/image" Target="../media/image1113.png"/><Relationship Id="rId3" Type="http://schemas.openxmlformats.org/officeDocument/2006/relationships/slideLayout" Target="../slideLayouts/slideLayout5.xml"/><Relationship Id="rId12" Type="http://schemas.openxmlformats.org/officeDocument/2006/relationships/image" Target="../media/image1075.png"/><Relationship Id="rId17" Type="http://schemas.openxmlformats.org/officeDocument/2006/relationships/image" Target="../media/image1079.png"/><Relationship Id="rId25" Type="http://schemas.openxmlformats.org/officeDocument/2006/relationships/image" Target="../media/image1087.png"/><Relationship Id="rId33" Type="http://schemas.openxmlformats.org/officeDocument/2006/relationships/image" Target="../media/image1095.png"/><Relationship Id="rId38" Type="http://schemas.openxmlformats.org/officeDocument/2006/relationships/image" Target="../media/image1100.png"/><Relationship Id="rId46" Type="http://schemas.openxmlformats.org/officeDocument/2006/relationships/image" Target="../media/image1108.png"/><Relationship Id="rId59" Type="http://schemas.openxmlformats.org/officeDocument/2006/relationships/image" Target="../media/image1114.png"/><Relationship Id="rId20" Type="http://schemas.openxmlformats.org/officeDocument/2006/relationships/image" Target="../media/image1082.png"/><Relationship Id="rId41" Type="http://schemas.openxmlformats.org/officeDocument/2006/relationships/image" Target="../media/image1103.png"/><Relationship Id="rId54" Type="http://schemas.openxmlformats.org/officeDocument/2006/relationships/image" Target="../media/image85.png"/><Relationship Id="rId1" Type="http://schemas.microsoft.com/office/2007/relationships/media" Target="../media/media1.mp4"/><Relationship Id="rId6" Type="http://schemas.openxmlformats.org/officeDocument/2006/relationships/image" Target="../media/image1069.png"/><Relationship Id="rId15" Type="http://schemas.openxmlformats.org/officeDocument/2006/relationships/image" Target="../media/image1078.png"/><Relationship Id="rId23" Type="http://schemas.openxmlformats.org/officeDocument/2006/relationships/image" Target="../media/image1085.png"/><Relationship Id="rId28" Type="http://schemas.openxmlformats.org/officeDocument/2006/relationships/image" Target="../media/image1090.png"/><Relationship Id="rId36" Type="http://schemas.openxmlformats.org/officeDocument/2006/relationships/image" Target="../media/image1098.png"/><Relationship Id="rId49" Type="http://schemas.openxmlformats.org/officeDocument/2006/relationships/image" Target="../media/image1111.png"/><Relationship Id="rId57" Type="http://schemas.openxmlformats.org/officeDocument/2006/relationships/image" Target="../media/image88.png"/><Relationship Id="rId10" Type="http://schemas.openxmlformats.org/officeDocument/2006/relationships/image" Target="../media/image1073.png"/><Relationship Id="rId31" Type="http://schemas.openxmlformats.org/officeDocument/2006/relationships/image" Target="../media/image1093.png"/><Relationship Id="rId44" Type="http://schemas.openxmlformats.org/officeDocument/2006/relationships/image" Target="../media/image1106.png"/><Relationship Id="rId52" Type="http://schemas.openxmlformats.org/officeDocument/2006/relationships/image" Target="../media/image83.png"/><Relationship Id="rId60" Type="http://schemas.openxmlformats.org/officeDocument/2006/relationships/image" Target="../media/image91.png"/><Relationship Id="rId4" Type="http://schemas.openxmlformats.org/officeDocument/2006/relationships/image" Target="../media/image1067.png"/><Relationship Id="rId9" Type="http://schemas.openxmlformats.org/officeDocument/2006/relationships/image" Target="../media/image107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6.png"/><Relationship Id="rId13" Type="http://schemas.openxmlformats.org/officeDocument/2006/relationships/image" Target="../media/image1120.png"/><Relationship Id="rId18" Type="http://schemas.openxmlformats.org/officeDocument/2006/relationships/image" Target="../media/image112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19.png"/><Relationship Id="rId17" Type="http://schemas.openxmlformats.org/officeDocument/2006/relationships/image" Target="../media/image1124.png"/><Relationship Id="rId2" Type="http://schemas.openxmlformats.org/officeDocument/2006/relationships/image" Target="../media/image1.png"/><Relationship Id="rId16" Type="http://schemas.openxmlformats.org/officeDocument/2006/relationships/image" Target="../media/image11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29.png"/><Relationship Id="rId5" Type="http://schemas.openxmlformats.org/officeDocument/2006/relationships/image" Target="../media/image4.png"/><Relationship Id="rId15" Type="http://schemas.openxmlformats.org/officeDocument/2006/relationships/image" Target="../media/image1122.png"/><Relationship Id="rId10" Type="http://schemas.openxmlformats.org/officeDocument/2006/relationships/image" Target="../media/image1118.png"/><Relationship Id="rId19" Type="http://schemas.openxmlformats.org/officeDocument/2006/relationships/image" Target="../media/image1126.png"/><Relationship Id="rId4" Type="http://schemas.openxmlformats.org/officeDocument/2006/relationships/image" Target="../media/image3.png"/><Relationship Id="rId9" Type="http://schemas.openxmlformats.org/officeDocument/2006/relationships/image" Target="../media/image1117.png"/><Relationship Id="rId14" Type="http://schemas.openxmlformats.org/officeDocument/2006/relationships/image" Target="../media/image1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46685" cy="6858000"/>
          </a:xfrm>
          <a:custGeom>
            <a:avLst/>
            <a:gdLst/>
            <a:ahLst/>
            <a:cxnLst/>
            <a:rect l="l" t="t" r="r" b="b"/>
            <a:pathLst>
              <a:path w="146685" h="6858000">
                <a:moveTo>
                  <a:pt x="146304" y="0"/>
                </a:moveTo>
                <a:lnTo>
                  <a:pt x="0" y="0"/>
                </a:lnTo>
                <a:lnTo>
                  <a:pt x="0" y="6858000"/>
                </a:lnTo>
                <a:lnTo>
                  <a:pt x="146304" y="6858000"/>
                </a:lnTo>
                <a:lnTo>
                  <a:pt x="146304" y="0"/>
                </a:lnTo>
                <a:close/>
              </a:path>
            </a:pathLst>
          </a:custGeom>
          <a:solidFill>
            <a:srgbClr val="2BD3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14231" y="4530852"/>
            <a:ext cx="3420110" cy="2332355"/>
            <a:chOff x="8714231" y="4530852"/>
            <a:chExt cx="3420110" cy="2332355"/>
          </a:xfrm>
        </p:grpSpPr>
        <p:sp>
          <p:nvSpPr>
            <p:cNvPr id="4" name="object 4"/>
            <p:cNvSpPr/>
            <p:nvPr/>
          </p:nvSpPr>
          <p:spPr>
            <a:xfrm>
              <a:off x="8778239" y="4572000"/>
              <a:ext cx="3291840" cy="2286000"/>
            </a:xfrm>
            <a:custGeom>
              <a:avLst/>
              <a:gdLst/>
              <a:ahLst/>
              <a:cxnLst/>
              <a:rect l="l" t="t" r="r" b="b"/>
              <a:pathLst>
                <a:path w="3291840" h="2286000">
                  <a:moveTo>
                    <a:pt x="0" y="182880"/>
                  </a:moveTo>
                  <a:lnTo>
                    <a:pt x="1371600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2468879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1371600" y="1920239"/>
                  </a:lnTo>
                </a:path>
                <a:path w="3291840" h="2286000">
                  <a:moveTo>
                    <a:pt x="1371600" y="82296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3291839" y="731519"/>
                  </a:lnTo>
                </a:path>
                <a:path w="3291840" h="2286000">
                  <a:moveTo>
                    <a:pt x="1005839" y="1920239"/>
                  </a:moveTo>
                  <a:lnTo>
                    <a:pt x="2651759" y="1920239"/>
                  </a:lnTo>
                </a:path>
                <a:path w="3291840" h="2286000">
                  <a:moveTo>
                    <a:pt x="1005839" y="1920239"/>
                  </a:moveTo>
                  <a:lnTo>
                    <a:pt x="1580605" y="228600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25237" y="59436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9525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525" y="9144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9999" y="5943600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4231" y="4690872"/>
              <a:ext cx="128016" cy="1280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8691" y="5353812"/>
              <a:ext cx="82296" cy="822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5971" y="4530852"/>
              <a:ext cx="82296" cy="822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0071" y="6428232"/>
              <a:ext cx="128016" cy="12801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8851" y="5902452"/>
              <a:ext cx="82296" cy="822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6071" y="5239512"/>
              <a:ext cx="128016" cy="12801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85800" y="1825751"/>
            <a:ext cx="8609330" cy="1216660"/>
            <a:chOff x="685800" y="1825751"/>
            <a:chExt cx="8609330" cy="121666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800" y="1825751"/>
              <a:ext cx="1280668" cy="6187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72082" y="1825751"/>
              <a:ext cx="2429256" cy="6187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99026" y="1825751"/>
              <a:ext cx="1706879" cy="6187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11775" y="1825751"/>
              <a:ext cx="1280159" cy="6187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5800" y="2423109"/>
              <a:ext cx="1280668" cy="61904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72082" y="2423109"/>
              <a:ext cx="1706880" cy="6190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84829" y="2423109"/>
              <a:ext cx="1707261" cy="61904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97959" y="2423109"/>
              <a:ext cx="1280160" cy="61904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83986" y="2423109"/>
              <a:ext cx="1280667" cy="61904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70269" y="2423109"/>
              <a:ext cx="853440" cy="61904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28053" y="2423109"/>
              <a:ext cx="1280159" cy="61904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14081" y="2423109"/>
              <a:ext cx="1280668" cy="619048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85800" y="3442080"/>
            <a:ext cx="4140327" cy="265176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685800" y="4005071"/>
            <a:ext cx="548640" cy="36830"/>
          </a:xfrm>
          <a:custGeom>
            <a:avLst/>
            <a:gdLst/>
            <a:ahLst/>
            <a:cxnLst/>
            <a:rect l="l" t="t" r="r" b="b"/>
            <a:pathLst>
              <a:path w="548640" h="36829">
                <a:moveTo>
                  <a:pt x="548640" y="0"/>
                </a:moveTo>
                <a:lnTo>
                  <a:pt x="0" y="0"/>
                </a:lnTo>
                <a:lnTo>
                  <a:pt x="0" y="36575"/>
                </a:lnTo>
                <a:lnTo>
                  <a:pt x="548640" y="36575"/>
                </a:lnTo>
                <a:lnTo>
                  <a:pt x="548640" y="0"/>
                </a:lnTo>
                <a:close/>
              </a:path>
            </a:pathLst>
          </a:custGeom>
          <a:solidFill>
            <a:srgbClr val="2BD3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85800" y="4273880"/>
            <a:ext cx="853846" cy="30053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85800" y="4650994"/>
            <a:ext cx="777011" cy="195071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017773" y="4273880"/>
            <a:ext cx="853439" cy="30053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017773" y="4650994"/>
            <a:ext cx="776668" cy="19507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349875" y="4273880"/>
            <a:ext cx="853439" cy="300532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349875" y="4650994"/>
            <a:ext cx="776668" cy="195071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685800" y="5249926"/>
            <a:ext cx="1925320" cy="228600"/>
            <a:chOff x="685800" y="5249926"/>
            <a:chExt cx="1925320" cy="228600"/>
          </a:xfrm>
        </p:grpSpPr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5800" y="5249926"/>
              <a:ext cx="792861" cy="2286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16050" y="5249926"/>
              <a:ext cx="652272" cy="2286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958594" y="5249926"/>
              <a:ext cx="652271" cy="228600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679450" y="5891529"/>
            <a:ext cx="469900" cy="469900"/>
            <a:chOff x="679450" y="5891529"/>
            <a:chExt cx="469900" cy="469900"/>
          </a:xfrm>
        </p:grpSpPr>
        <p:sp>
          <p:nvSpPr>
            <p:cNvPr id="40" name="object 40"/>
            <p:cNvSpPr/>
            <p:nvPr/>
          </p:nvSpPr>
          <p:spPr>
            <a:xfrm>
              <a:off x="685800" y="58978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85800" y="589787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29"/>
                  </a:lnTo>
                  <a:lnTo>
                    <a:pt x="17964" y="139619"/>
                  </a:lnTo>
                  <a:lnTo>
                    <a:pt x="39041" y="100788"/>
                  </a:lnTo>
                  <a:lnTo>
                    <a:pt x="66955" y="66955"/>
                  </a:lnTo>
                  <a:lnTo>
                    <a:pt x="100788" y="39041"/>
                  </a:lnTo>
                  <a:lnTo>
                    <a:pt x="139619" y="17964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70" y="4644"/>
                  </a:lnTo>
                  <a:lnTo>
                    <a:pt x="317580" y="17964"/>
                  </a:lnTo>
                  <a:lnTo>
                    <a:pt x="356411" y="39041"/>
                  </a:lnTo>
                  <a:lnTo>
                    <a:pt x="390244" y="66955"/>
                  </a:lnTo>
                  <a:lnTo>
                    <a:pt x="418158" y="100788"/>
                  </a:lnTo>
                  <a:lnTo>
                    <a:pt x="439235" y="139619"/>
                  </a:lnTo>
                  <a:lnTo>
                    <a:pt x="452555" y="182529"/>
                  </a:lnTo>
                  <a:lnTo>
                    <a:pt x="457200" y="228600"/>
                  </a:lnTo>
                  <a:lnTo>
                    <a:pt x="452555" y="274670"/>
                  </a:lnTo>
                  <a:lnTo>
                    <a:pt x="439235" y="317580"/>
                  </a:lnTo>
                  <a:lnTo>
                    <a:pt x="418158" y="356411"/>
                  </a:lnTo>
                  <a:lnTo>
                    <a:pt x="390244" y="390244"/>
                  </a:lnTo>
                  <a:lnTo>
                    <a:pt x="356411" y="418158"/>
                  </a:lnTo>
                  <a:lnTo>
                    <a:pt x="317580" y="439235"/>
                  </a:lnTo>
                  <a:lnTo>
                    <a:pt x="274670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5"/>
                  </a:lnTo>
                  <a:lnTo>
                    <a:pt x="100788" y="418158"/>
                  </a:lnTo>
                  <a:lnTo>
                    <a:pt x="66955" y="390244"/>
                  </a:lnTo>
                  <a:lnTo>
                    <a:pt x="39041" y="356411"/>
                  </a:lnTo>
                  <a:lnTo>
                    <a:pt x="17964" y="317580"/>
                  </a:lnTo>
                  <a:lnTo>
                    <a:pt x="4644" y="27467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 descr="preencoded.png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9244" y="6021323"/>
              <a:ext cx="210312" cy="210311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1253032" y="5993891"/>
            <a:ext cx="1851660" cy="248920"/>
            <a:chOff x="1253032" y="5993891"/>
            <a:chExt cx="1851660" cy="248920"/>
          </a:xfrm>
        </p:grpSpPr>
        <p:pic>
          <p:nvPicPr>
            <p:cNvPr id="44" name="object 4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53032" y="5993891"/>
              <a:ext cx="659637" cy="24841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818386" y="5993891"/>
              <a:ext cx="525780" cy="24841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228341" y="5993891"/>
              <a:ext cx="876300" cy="248411"/>
            </a:xfrm>
            <a:prstGeom prst="rect">
              <a:avLst/>
            </a:prstGeom>
          </p:spPr>
        </p:pic>
      </p:grpSp>
      <p:pic>
        <p:nvPicPr>
          <p:cNvPr id="47" name="object 47" descr="assets/logo.png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9662668" y="5907023"/>
            <a:ext cx="1276223" cy="51206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F095A55F-D2B8-7D7A-5375-D639DDCF4BF9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8361" y="1058696"/>
            <a:ext cx="3734321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471169"/>
            <a:ext cx="1166202" cy="228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05482" y="471169"/>
            <a:ext cx="530351" cy="2286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85800" y="830833"/>
            <a:ext cx="2002789" cy="528955"/>
            <a:chOff x="685800" y="830833"/>
            <a:chExt cx="2002789" cy="52895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830833"/>
              <a:ext cx="1129741" cy="528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9305" y="830833"/>
              <a:ext cx="1129283" cy="528827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79450" y="1776729"/>
            <a:ext cx="5270500" cy="963930"/>
            <a:chOff x="679450" y="1776729"/>
            <a:chExt cx="5270500" cy="963930"/>
          </a:xfrm>
        </p:grpSpPr>
        <p:sp>
          <p:nvSpPr>
            <p:cNvPr id="8" name="object 8"/>
            <p:cNvSpPr/>
            <p:nvPr/>
          </p:nvSpPr>
          <p:spPr>
            <a:xfrm>
              <a:off x="685800" y="1783079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30">
                  <a:moveTo>
                    <a:pt x="5193792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8"/>
                  </a:lnTo>
                  <a:lnTo>
                    <a:pt x="0" y="886968"/>
                  </a:lnTo>
                  <a:lnTo>
                    <a:pt x="5030" y="911863"/>
                  </a:lnTo>
                  <a:lnTo>
                    <a:pt x="18749" y="932211"/>
                  </a:lnTo>
                  <a:lnTo>
                    <a:pt x="39095" y="945939"/>
                  </a:lnTo>
                  <a:lnTo>
                    <a:pt x="64007" y="950976"/>
                  </a:lnTo>
                  <a:lnTo>
                    <a:pt x="5193792" y="950976"/>
                  </a:lnTo>
                  <a:lnTo>
                    <a:pt x="5218687" y="945939"/>
                  </a:lnTo>
                  <a:lnTo>
                    <a:pt x="5239035" y="932211"/>
                  </a:lnTo>
                  <a:lnTo>
                    <a:pt x="5252763" y="911863"/>
                  </a:lnTo>
                  <a:lnTo>
                    <a:pt x="5257800" y="886968"/>
                  </a:lnTo>
                  <a:lnTo>
                    <a:pt x="5257800" y="64008"/>
                  </a:lnTo>
                  <a:lnTo>
                    <a:pt x="5252763" y="39112"/>
                  </a:lnTo>
                  <a:lnTo>
                    <a:pt x="5239035" y="18764"/>
                  </a:lnTo>
                  <a:lnTo>
                    <a:pt x="5218687" y="5036"/>
                  </a:lnTo>
                  <a:lnTo>
                    <a:pt x="5193792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5800" y="1783079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30">
                  <a:moveTo>
                    <a:pt x="0" y="64008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5193792" y="0"/>
                  </a:lnTo>
                  <a:lnTo>
                    <a:pt x="5218687" y="5036"/>
                  </a:lnTo>
                  <a:lnTo>
                    <a:pt x="5239035" y="18764"/>
                  </a:lnTo>
                  <a:lnTo>
                    <a:pt x="5252763" y="39112"/>
                  </a:lnTo>
                  <a:lnTo>
                    <a:pt x="5257800" y="64008"/>
                  </a:lnTo>
                  <a:lnTo>
                    <a:pt x="5257800" y="886968"/>
                  </a:lnTo>
                  <a:lnTo>
                    <a:pt x="5252763" y="911863"/>
                  </a:lnTo>
                  <a:lnTo>
                    <a:pt x="5239035" y="932211"/>
                  </a:lnTo>
                  <a:lnTo>
                    <a:pt x="5218687" y="945939"/>
                  </a:lnTo>
                  <a:lnTo>
                    <a:pt x="5193792" y="950976"/>
                  </a:lnTo>
                  <a:lnTo>
                    <a:pt x="64007" y="950976"/>
                  </a:lnTo>
                  <a:lnTo>
                    <a:pt x="39095" y="945939"/>
                  </a:lnTo>
                  <a:lnTo>
                    <a:pt x="18749" y="932211"/>
                  </a:lnTo>
                  <a:lnTo>
                    <a:pt x="5030" y="911863"/>
                  </a:lnTo>
                  <a:lnTo>
                    <a:pt x="0" y="886968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5800" y="1783079"/>
              <a:ext cx="64135" cy="951230"/>
            </a:xfrm>
            <a:custGeom>
              <a:avLst/>
              <a:gdLst/>
              <a:ahLst/>
              <a:cxnLst/>
              <a:rect l="l" t="t" r="r" b="b"/>
              <a:pathLst>
                <a:path w="64134" h="951230">
                  <a:moveTo>
                    <a:pt x="64007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64007" y="950976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1831" y="1974214"/>
              <a:ext cx="736549" cy="52882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64791" y="201167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preencoded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8141" y="2144966"/>
              <a:ext cx="227139" cy="2271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69133" y="1987930"/>
              <a:ext cx="937259" cy="2651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78377" y="1987930"/>
              <a:ext cx="562355" cy="2651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14623" y="1987930"/>
              <a:ext cx="374903" cy="2651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61510" y="1987930"/>
              <a:ext cx="562356" cy="2651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69133" y="2356738"/>
              <a:ext cx="1141577" cy="175260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79450" y="2983738"/>
            <a:ext cx="5270500" cy="963930"/>
            <a:chOff x="679450" y="2983738"/>
            <a:chExt cx="5270500" cy="963930"/>
          </a:xfrm>
        </p:grpSpPr>
        <p:sp>
          <p:nvSpPr>
            <p:cNvPr id="20" name="object 20"/>
            <p:cNvSpPr/>
            <p:nvPr/>
          </p:nvSpPr>
          <p:spPr>
            <a:xfrm>
              <a:off x="685800" y="2990088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5193792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8"/>
                  </a:lnTo>
                  <a:lnTo>
                    <a:pt x="0" y="886968"/>
                  </a:lnTo>
                  <a:lnTo>
                    <a:pt x="5030" y="911863"/>
                  </a:lnTo>
                  <a:lnTo>
                    <a:pt x="18749" y="932211"/>
                  </a:lnTo>
                  <a:lnTo>
                    <a:pt x="39095" y="945939"/>
                  </a:lnTo>
                  <a:lnTo>
                    <a:pt x="64007" y="950976"/>
                  </a:lnTo>
                  <a:lnTo>
                    <a:pt x="5193792" y="950976"/>
                  </a:lnTo>
                  <a:lnTo>
                    <a:pt x="5218687" y="945939"/>
                  </a:lnTo>
                  <a:lnTo>
                    <a:pt x="5239035" y="932211"/>
                  </a:lnTo>
                  <a:lnTo>
                    <a:pt x="5252763" y="911863"/>
                  </a:lnTo>
                  <a:lnTo>
                    <a:pt x="5257800" y="886968"/>
                  </a:lnTo>
                  <a:lnTo>
                    <a:pt x="5257800" y="64008"/>
                  </a:lnTo>
                  <a:lnTo>
                    <a:pt x="5252763" y="39112"/>
                  </a:lnTo>
                  <a:lnTo>
                    <a:pt x="5239035" y="18764"/>
                  </a:lnTo>
                  <a:lnTo>
                    <a:pt x="5218687" y="5036"/>
                  </a:lnTo>
                  <a:lnTo>
                    <a:pt x="5193792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5800" y="2990088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0" y="64008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5193792" y="0"/>
                  </a:lnTo>
                  <a:lnTo>
                    <a:pt x="5218687" y="5036"/>
                  </a:lnTo>
                  <a:lnTo>
                    <a:pt x="5239035" y="18764"/>
                  </a:lnTo>
                  <a:lnTo>
                    <a:pt x="5252763" y="39112"/>
                  </a:lnTo>
                  <a:lnTo>
                    <a:pt x="5257800" y="64008"/>
                  </a:lnTo>
                  <a:lnTo>
                    <a:pt x="5257800" y="886968"/>
                  </a:lnTo>
                  <a:lnTo>
                    <a:pt x="5252763" y="911863"/>
                  </a:lnTo>
                  <a:lnTo>
                    <a:pt x="5239035" y="932211"/>
                  </a:lnTo>
                  <a:lnTo>
                    <a:pt x="5218687" y="945939"/>
                  </a:lnTo>
                  <a:lnTo>
                    <a:pt x="5193792" y="950976"/>
                  </a:lnTo>
                  <a:lnTo>
                    <a:pt x="64007" y="950976"/>
                  </a:lnTo>
                  <a:lnTo>
                    <a:pt x="39095" y="945939"/>
                  </a:lnTo>
                  <a:lnTo>
                    <a:pt x="18749" y="932211"/>
                  </a:lnTo>
                  <a:lnTo>
                    <a:pt x="5030" y="911863"/>
                  </a:lnTo>
                  <a:lnTo>
                    <a:pt x="0" y="886968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800" y="2990088"/>
              <a:ext cx="64135" cy="951230"/>
            </a:xfrm>
            <a:custGeom>
              <a:avLst/>
              <a:gdLst/>
              <a:ahLst/>
              <a:cxnLst/>
              <a:rect l="l" t="t" r="r" b="b"/>
              <a:pathLst>
                <a:path w="64134" h="951229">
                  <a:moveTo>
                    <a:pt x="64007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64007" y="950976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1831" y="3181477"/>
              <a:ext cx="736549" cy="52882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4791" y="3218688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preencoded.png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8141" y="3351974"/>
              <a:ext cx="227139" cy="22713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69133" y="3195193"/>
              <a:ext cx="1124712" cy="2651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65829" y="3195193"/>
              <a:ext cx="937640" cy="2651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69133" y="3564001"/>
              <a:ext cx="1419733" cy="175260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679450" y="4190746"/>
            <a:ext cx="5270500" cy="963930"/>
            <a:chOff x="679450" y="4190746"/>
            <a:chExt cx="5270500" cy="963930"/>
          </a:xfrm>
        </p:grpSpPr>
        <p:sp>
          <p:nvSpPr>
            <p:cNvPr id="30" name="object 30"/>
            <p:cNvSpPr/>
            <p:nvPr/>
          </p:nvSpPr>
          <p:spPr>
            <a:xfrm>
              <a:off x="685800" y="4197096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5193792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7"/>
                  </a:lnTo>
                  <a:lnTo>
                    <a:pt x="0" y="886967"/>
                  </a:lnTo>
                  <a:lnTo>
                    <a:pt x="5030" y="911863"/>
                  </a:lnTo>
                  <a:lnTo>
                    <a:pt x="18749" y="932211"/>
                  </a:lnTo>
                  <a:lnTo>
                    <a:pt x="39095" y="945939"/>
                  </a:lnTo>
                  <a:lnTo>
                    <a:pt x="64007" y="950976"/>
                  </a:lnTo>
                  <a:lnTo>
                    <a:pt x="5193792" y="950976"/>
                  </a:lnTo>
                  <a:lnTo>
                    <a:pt x="5218687" y="945939"/>
                  </a:lnTo>
                  <a:lnTo>
                    <a:pt x="5239035" y="932211"/>
                  </a:lnTo>
                  <a:lnTo>
                    <a:pt x="5252763" y="911863"/>
                  </a:lnTo>
                  <a:lnTo>
                    <a:pt x="5257800" y="886967"/>
                  </a:lnTo>
                  <a:lnTo>
                    <a:pt x="5257800" y="64007"/>
                  </a:lnTo>
                  <a:lnTo>
                    <a:pt x="5252763" y="39112"/>
                  </a:lnTo>
                  <a:lnTo>
                    <a:pt x="5239035" y="18764"/>
                  </a:lnTo>
                  <a:lnTo>
                    <a:pt x="5218687" y="5036"/>
                  </a:lnTo>
                  <a:lnTo>
                    <a:pt x="5193792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5800" y="4197096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0" y="64007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5193792" y="0"/>
                  </a:lnTo>
                  <a:lnTo>
                    <a:pt x="5218687" y="5036"/>
                  </a:lnTo>
                  <a:lnTo>
                    <a:pt x="5239035" y="18764"/>
                  </a:lnTo>
                  <a:lnTo>
                    <a:pt x="5252763" y="39112"/>
                  </a:lnTo>
                  <a:lnTo>
                    <a:pt x="5257800" y="64007"/>
                  </a:lnTo>
                  <a:lnTo>
                    <a:pt x="5257800" y="886967"/>
                  </a:lnTo>
                  <a:lnTo>
                    <a:pt x="5252763" y="911863"/>
                  </a:lnTo>
                  <a:lnTo>
                    <a:pt x="5239035" y="932211"/>
                  </a:lnTo>
                  <a:lnTo>
                    <a:pt x="5218687" y="945939"/>
                  </a:lnTo>
                  <a:lnTo>
                    <a:pt x="5193792" y="950976"/>
                  </a:lnTo>
                  <a:lnTo>
                    <a:pt x="64007" y="950976"/>
                  </a:lnTo>
                  <a:lnTo>
                    <a:pt x="39095" y="945939"/>
                  </a:lnTo>
                  <a:lnTo>
                    <a:pt x="18749" y="932211"/>
                  </a:lnTo>
                  <a:lnTo>
                    <a:pt x="5030" y="911863"/>
                  </a:lnTo>
                  <a:lnTo>
                    <a:pt x="0" y="886967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5800" y="4197096"/>
              <a:ext cx="64135" cy="951230"/>
            </a:xfrm>
            <a:custGeom>
              <a:avLst/>
              <a:gdLst/>
              <a:ahLst/>
              <a:cxnLst/>
              <a:rect l="l" t="t" r="r" b="b"/>
              <a:pathLst>
                <a:path w="64134" h="951229">
                  <a:moveTo>
                    <a:pt x="64007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64007" y="950976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41831" y="4388866"/>
              <a:ext cx="736549" cy="528828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764791" y="4425696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 descr="preencoded.png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898141" y="4558982"/>
              <a:ext cx="227139" cy="2271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69133" y="4401896"/>
              <a:ext cx="562356" cy="26548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903473" y="4401896"/>
              <a:ext cx="562355" cy="26548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39338" y="4401896"/>
              <a:ext cx="374903" cy="26548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586226" y="4401896"/>
              <a:ext cx="562813" cy="26548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69133" y="4771390"/>
              <a:ext cx="861821" cy="175260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679450" y="5397753"/>
            <a:ext cx="5270500" cy="963930"/>
            <a:chOff x="679450" y="5397753"/>
            <a:chExt cx="5270500" cy="963930"/>
          </a:xfrm>
        </p:grpSpPr>
        <p:sp>
          <p:nvSpPr>
            <p:cNvPr id="42" name="object 42"/>
            <p:cNvSpPr/>
            <p:nvPr/>
          </p:nvSpPr>
          <p:spPr>
            <a:xfrm>
              <a:off x="685800" y="5404103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5193792" y="0"/>
                  </a:moveTo>
                  <a:lnTo>
                    <a:pt x="64007" y="0"/>
                  </a:lnTo>
                  <a:lnTo>
                    <a:pt x="39095" y="5036"/>
                  </a:lnTo>
                  <a:lnTo>
                    <a:pt x="18749" y="18764"/>
                  </a:lnTo>
                  <a:lnTo>
                    <a:pt x="5030" y="39112"/>
                  </a:lnTo>
                  <a:lnTo>
                    <a:pt x="0" y="64008"/>
                  </a:lnTo>
                  <a:lnTo>
                    <a:pt x="0" y="886968"/>
                  </a:lnTo>
                  <a:lnTo>
                    <a:pt x="5030" y="911880"/>
                  </a:lnTo>
                  <a:lnTo>
                    <a:pt x="18749" y="932226"/>
                  </a:lnTo>
                  <a:lnTo>
                    <a:pt x="39095" y="945945"/>
                  </a:lnTo>
                  <a:lnTo>
                    <a:pt x="64007" y="950976"/>
                  </a:lnTo>
                  <a:lnTo>
                    <a:pt x="5193792" y="950976"/>
                  </a:lnTo>
                  <a:lnTo>
                    <a:pt x="5218687" y="945945"/>
                  </a:lnTo>
                  <a:lnTo>
                    <a:pt x="5239035" y="932226"/>
                  </a:lnTo>
                  <a:lnTo>
                    <a:pt x="5252763" y="911880"/>
                  </a:lnTo>
                  <a:lnTo>
                    <a:pt x="5257800" y="886968"/>
                  </a:lnTo>
                  <a:lnTo>
                    <a:pt x="5257800" y="64008"/>
                  </a:lnTo>
                  <a:lnTo>
                    <a:pt x="5252763" y="39112"/>
                  </a:lnTo>
                  <a:lnTo>
                    <a:pt x="5239035" y="18764"/>
                  </a:lnTo>
                  <a:lnTo>
                    <a:pt x="5218687" y="5036"/>
                  </a:lnTo>
                  <a:lnTo>
                    <a:pt x="5193792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5800" y="5404103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0" y="64008"/>
                  </a:moveTo>
                  <a:lnTo>
                    <a:pt x="5030" y="39112"/>
                  </a:lnTo>
                  <a:lnTo>
                    <a:pt x="18749" y="18764"/>
                  </a:lnTo>
                  <a:lnTo>
                    <a:pt x="39095" y="5036"/>
                  </a:lnTo>
                  <a:lnTo>
                    <a:pt x="64007" y="0"/>
                  </a:lnTo>
                  <a:lnTo>
                    <a:pt x="5193792" y="0"/>
                  </a:lnTo>
                  <a:lnTo>
                    <a:pt x="5218687" y="5036"/>
                  </a:lnTo>
                  <a:lnTo>
                    <a:pt x="5239035" y="18764"/>
                  </a:lnTo>
                  <a:lnTo>
                    <a:pt x="5252763" y="39112"/>
                  </a:lnTo>
                  <a:lnTo>
                    <a:pt x="5257800" y="64008"/>
                  </a:lnTo>
                  <a:lnTo>
                    <a:pt x="5257800" y="886968"/>
                  </a:lnTo>
                  <a:lnTo>
                    <a:pt x="5252763" y="911880"/>
                  </a:lnTo>
                  <a:lnTo>
                    <a:pt x="5239035" y="932226"/>
                  </a:lnTo>
                  <a:lnTo>
                    <a:pt x="5218687" y="945945"/>
                  </a:lnTo>
                  <a:lnTo>
                    <a:pt x="5193792" y="950976"/>
                  </a:lnTo>
                  <a:lnTo>
                    <a:pt x="64007" y="950976"/>
                  </a:lnTo>
                  <a:lnTo>
                    <a:pt x="39095" y="945945"/>
                  </a:lnTo>
                  <a:lnTo>
                    <a:pt x="18749" y="932226"/>
                  </a:lnTo>
                  <a:lnTo>
                    <a:pt x="5030" y="911880"/>
                  </a:lnTo>
                  <a:lnTo>
                    <a:pt x="0" y="886968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85800" y="5404103"/>
              <a:ext cx="64135" cy="951230"/>
            </a:xfrm>
            <a:custGeom>
              <a:avLst/>
              <a:gdLst/>
              <a:ahLst/>
              <a:cxnLst/>
              <a:rect l="l" t="t" r="r" b="b"/>
              <a:pathLst>
                <a:path w="64134" h="951229">
                  <a:moveTo>
                    <a:pt x="64007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64007" y="950976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41831" y="5596127"/>
              <a:ext cx="736549" cy="52882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764791" y="5632703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30" h="494029">
                  <a:moveTo>
                    <a:pt x="246887" y="0"/>
                  </a:moveTo>
                  <a:lnTo>
                    <a:pt x="197118" y="5016"/>
                  </a:lnTo>
                  <a:lnTo>
                    <a:pt x="150768" y="19402"/>
                  </a:lnTo>
                  <a:lnTo>
                    <a:pt x="108830" y="42165"/>
                  </a:lnTo>
                  <a:lnTo>
                    <a:pt x="72294" y="72313"/>
                  </a:lnTo>
                  <a:lnTo>
                    <a:pt x="42152" y="108852"/>
                  </a:lnTo>
                  <a:lnTo>
                    <a:pt x="19395" y="150790"/>
                  </a:lnTo>
                  <a:lnTo>
                    <a:pt x="5014" y="197132"/>
                  </a:lnTo>
                  <a:lnTo>
                    <a:pt x="0" y="246888"/>
                  </a:lnTo>
                  <a:lnTo>
                    <a:pt x="5014" y="296643"/>
                  </a:lnTo>
                  <a:lnTo>
                    <a:pt x="19395" y="342985"/>
                  </a:lnTo>
                  <a:lnTo>
                    <a:pt x="42152" y="384923"/>
                  </a:lnTo>
                  <a:lnTo>
                    <a:pt x="72294" y="421462"/>
                  </a:lnTo>
                  <a:lnTo>
                    <a:pt x="108830" y="451610"/>
                  </a:lnTo>
                  <a:lnTo>
                    <a:pt x="150768" y="474373"/>
                  </a:lnTo>
                  <a:lnTo>
                    <a:pt x="197118" y="488759"/>
                  </a:lnTo>
                  <a:lnTo>
                    <a:pt x="246887" y="493776"/>
                  </a:lnTo>
                  <a:lnTo>
                    <a:pt x="296657" y="488759"/>
                  </a:lnTo>
                  <a:lnTo>
                    <a:pt x="343007" y="474373"/>
                  </a:lnTo>
                  <a:lnTo>
                    <a:pt x="384945" y="451610"/>
                  </a:lnTo>
                  <a:lnTo>
                    <a:pt x="421481" y="421462"/>
                  </a:lnTo>
                  <a:lnTo>
                    <a:pt x="451623" y="384923"/>
                  </a:lnTo>
                  <a:lnTo>
                    <a:pt x="474380" y="342985"/>
                  </a:lnTo>
                  <a:lnTo>
                    <a:pt x="488761" y="296643"/>
                  </a:lnTo>
                  <a:lnTo>
                    <a:pt x="493775" y="246888"/>
                  </a:lnTo>
                  <a:lnTo>
                    <a:pt x="488761" y="197132"/>
                  </a:lnTo>
                  <a:lnTo>
                    <a:pt x="474380" y="150790"/>
                  </a:lnTo>
                  <a:lnTo>
                    <a:pt x="451623" y="108852"/>
                  </a:lnTo>
                  <a:lnTo>
                    <a:pt x="421481" y="72313"/>
                  </a:lnTo>
                  <a:lnTo>
                    <a:pt x="384945" y="42165"/>
                  </a:lnTo>
                  <a:lnTo>
                    <a:pt x="343007" y="19402"/>
                  </a:lnTo>
                  <a:lnTo>
                    <a:pt x="296657" y="5016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 descr="preencoded.png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98141" y="5766015"/>
              <a:ext cx="227139" cy="22713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469133" y="5609234"/>
              <a:ext cx="562356" cy="26548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44038" y="5609234"/>
              <a:ext cx="161544" cy="26548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24810" y="5609234"/>
              <a:ext cx="562356" cy="26548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99714" y="5609234"/>
              <a:ext cx="161544" cy="26548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380485" y="5609234"/>
              <a:ext cx="562813" cy="26548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815207" y="5609234"/>
              <a:ext cx="749808" cy="26548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438522" y="5609234"/>
              <a:ext cx="562355" cy="26548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469133" y="5978651"/>
              <a:ext cx="812292" cy="175259"/>
            </a:xfrm>
            <a:prstGeom prst="rect">
              <a:avLst/>
            </a:prstGeom>
          </p:spPr>
        </p:pic>
      </p:grpSp>
      <p:grpSp>
        <p:nvGrpSpPr>
          <p:cNvPr id="56" name="object 56"/>
          <p:cNvGrpSpPr/>
          <p:nvPr/>
        </p:nvGrpSpPr>
        <p:grpSpPr>
          <a:xfrm>
            <a:off x="6239002" y="1776729"/>
            <a:ext cx="5270500" cy="963930"/>
            <a:chOff x="6239002" y="1776729"/>
            <a:chExt cx="5270500" cy="963930"/>
          </a:xfrm>
        </p:grpSpPr>
        <p:sp>
          <p:nvSpPr>
            <p:cNvPr id="57" name="object 57"/>
            <p:cNvSpPr/>
            <p:nvPr/>
          </p:nvSpPr>
          <p:spPr>
            <a:xfrm>
              <a:off x="6245352" y="1783079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30">
                  <a:moveTo>
                    <a:pt x="519379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886968"/>
                  </a:lnTo>
                  <a:lnTo>
                    <a:pt x="5036" y="911863"/>
                  </a:lnTo>
                  <a:lnTo>
                    <a:pt x="18764" y="932211"/>
                  </a:lnTo>
                  <a:lnTo>
                    <a:pt x="39112" y="945939"/>
                  </a:lnTo>
                  <a:lnTo>
                    <a:pt x="64008" y="950976"/>
                  </a:lnTo>
                  <a:lnTo>
                    <a:pt x="5193792" y="950976"/>
                  </a:lnTo>
                  <a:lnTo>
                    <a:pt x="5218687" y="945939"/>
                  </a:lnTo>
                  <a:lnTo>
                    <a:pt x="5239035" y="932211"/>
                  </a:lnTo>
                  <a:lnTo>
                    <a:pt x="5252763" y="911863"/>
                  </a:lnTo>
                  <a:lnTo>
                    <a:pt x="5257800" y="886968"/>
                  </a:lnTo>
                  <a:lnTo>
                    <a:pt x="5257800" y="64008"/>
                  </a:lnTo>
                  <a:lnTo>
                    <a:pt x="5252763" y="39112"/>
                  </a:lnTo>
                  <a:lnTo>
                    <a:pt x="5239035" y="18764"/>
                  </a:lnTo>
                  <a:lnTo>
                    <a:pt x="5218687" y="5036"/>
                  </a:lnTo>
                  <a:lnTo>
                    <a:pt x="5193792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45352" y="1783079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30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5193792" y="0"/>
                  </a:lnTo>
                  <a:lnTo>
                    <a:pt x="5218687" y="5036"/>
                  </a:lnTo>
                  <a:lnTo>
                    <a:pt x="5239035" y="18764"/>
                  </a:lnTo>
                  <a:lnTo>
                    <a:pt x="5252763" y="39112"/>
                  </a:lnTo>
                  <a:lnTo>
                    <a:pt x="5257800" y="64008"/>
                  </a:lnTo>
                  <a:lnTo>
                    <a:pt x="5257800" y="886968"/>
                  </a:lnTo>
                  <a:lnTo>
                    <a:pt x="5252763" y="911863"/>
                  </a:lnTo>
                  <a:lnTo>
                    <a:pt x="5239035" y="932211"/>
                  </a:lnTo>
                  <a:lnTo>
                    <a:pt x="5218687" y="945939"/>
                  </a:lnTo>
                  <a:lnTo>
                    <a:pt x="5193792" y="950976"/>
                  </a:lnTo>
                  <a:lnTo>
                    <a:pt x="64008" y="950976"/>
                  </a:lnTo>
                  <a:lnTo>
                    <a:pt x="39112" y="945939"/>
                  </a:lnTo>
                  <a:lnTo>
                    <a:pt x="18764" y="932211"/>
                  </a:lnTo>
                  <a:lnTo>
                    <a:pt x="5036" y="911863"/>
                  </a:lnTo>
                  <a:lnTo>
                    <a:pt x="0" y="886968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245352" y="1783079"/>
              <a:ext cx="64135" cy="951230"/>
            </a:xfrm>
            <a:custGeom>
              <a:avLst/>
              <a:gdLst/>
              <a:ahLst/>
              <a:cxnLst/>
              <a:rect l="l" t="t" r="r" b="b"/>
              <a:pathLst>
                <a:path w="64135" h="951230">
                  <a:moveTo>
                    <a:pt x="64008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64008" y="950976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502273" y="1974214"/>
              <a:ext cx="736092" cy="528827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324344" y="2011679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30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 descr="preencoded.png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457694" y="2144966"/>
              <a:ext cx="227139" cy="22713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029321" y="1987930"/>
              <a:ext cx="562355" cy="2651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463661" y="1987930"/>
              <a:ext cx="937641" cy="26517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74810" y="1987930"/>
              <a:ext cx="374903" cy="26517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521698" y="1987930"/>
              <a:ext cx="562355" cy="2651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957561" y="1987930"/>
              <a:ext cx="562355" cy="26517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029321" y="2356738"/>
              <a:ext cx="1226121" cy="175260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6239002" y="2983738"/>
            <a:ext cx="5270500" cy="963930"/>
            <a:chOff x="6239002" y="2983738"/>
            <a:chExt cx="5270500" cy="963930"/>
          </a:xfrm>
        </p:grpSpPr>
        <p:sp>
          <p:nvSpPr>
            <p:cNvPr id="70" name="object 70"/>
            <p:cNvSpPr/>
            <p:nvPr/>
          </p:nvSpPr>
          <p:spPr>
            <a:xfrm>
              <a:off x="6245352" y="2990088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519379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886968"/>
                  </a:lnTo>
                  <a:lnTo>
                    <a:pt x="5036" y="911863"/>
                  </a:lnTo>
                  <a:lnTo>
                    <a:pt x="18764" y="932211"/>
                  </a:lnTo>
                  <a:lnTo>
                    <a:pt x="39112" y="945939"/>
                  </a:lnTo>
                  <a:lnTo>
                    <a:pt x="64008" y="950976"/>
                  </a:lnTo>
                  <a:lnTo>
                    <a:pt x="5193792" y="950976"/>
                  </a:lnTo>
                  <a:lnTo>
                    <a:pt x="5218687" y="945939"/>
                  </a:lnTo>
                  <a:lnTo>
                    <a:pt x="5239035" y="932211"/>
                  </a:lnTo>
                  <a:lnTo>
                    <a:pt x="5252763" y="911863"/>
                  </a:lnTo>
                  <a:lnTo>
                    <a:pt x="5257800" y="886968"/>
                  </a:lnTo>
                  <a:lnTo>
                    <a:pt x="5257800" y="64008"/>
                  </a:lnTo>
                  <a:lnTo>
                    <a:pt x="5252763" y="39112"/>
                  </a:lnTo>
                  <a:lnTo>
                    <a:pt x="5239035" y="18764"/>
                  </a:lnTo>
                  <a:lnTo>
                    <a:pt x="5218687" y="5036"/>
                  </a:lnTo>
                  <a:lnTo>
                    <a:pt x="5193792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245352" y="2990088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0" y="64008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5193792" y="0"/>
                  </a:lnTo>
                  <a:lnTo>
                    <a:pt x="5218687" y="5036"/>
                  </a:lnTo>
                  <a:lnTo>
                    <a:pt x="5239035" y="18764"/>
                  </a:lnTo>
                  <a:lnTo>
                    <a:pt x="5252763" y="39112"/>
                  </a:lnTo>
                  <a:lnTo>
                    <a:pt x="5257800" y="64008"/>
                  </a:lnTo>
                  <a:lnTo>
                    <a:pt x="5257800" y="886968"/>
                  </a:lnTo>
                  <a:lnTo>
                    <a:pt x="5252763" y="911863"/>
                  </a:lnTo>
                  <a:lnTo>
                    <a:pt x="5239035" y="932211"/>
                  </a:lnTo>
                  <a:lnTo>
                    <a:pt x="5218687" y="945939"/>
                  </a:lnTo>
                  <a:lnTo>
                    <a:pt x="5193792" y="950976"/>
                  </a:lnTo>
                  <a:lnTo>
                    <a:pt x="64008" y="950976"/>
                  </a:lnTo>
                  <a:lnTo>
                    <a:pt x="39112" y="945939"/>
                  </a:lnTo>
                  <a:lnTo>
                    <a:pt x="18764" y="932211"/>
                  </a:lnTo>
                  <a:lnTo>
                    <a:pt x="5036" y="911863"/>
                  </a:lnTo>
                  <a:lnTo>
                    <a:pt x="0" y="886968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245352" y="2990088"/>
              <a:ext cx="64135" cy="951230"/>
            </a:xfrm>
            <a:custGeom>
              <a:avLst/>
              <a:gdLst/>
              <a:ahLst/>
              <a:cxnLst/>
              <a:rect l="l" t="t" r="r" b="b"/>
              <a:pathLst>
                <a:path w="64135" h="951229">
                  <a:moveTo>
                    <a:pt x="64008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64008" y="950976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502273" y="3181477"/>
              <a:ext cx="736092" cy="52882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324344" y="3218688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 descr="preencoded.png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457694" y="3351974"/>
              <a:ext cx="227139" cy="22713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029321" y="3195193"/>
              <a:ext cx="750214" cy="265175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651113" y="3195193"/>
              <a:ext cx="562813" cy="26517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029321" y="3564001"/>
              <a:ext cx="773150" cy="175260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6239002" y="4190746"/>
            <a:ext cx="5270500" cy="963930"/>
            <a:chOff x="6239002" y="4190746"/>
            <a:chExt cx="5270500" cy="963930"/>
          </a:xfrm>
        </p:grpSpPr>
        <p:sp>
          <p:nvSpPr>
            <p:cNvPr id="80" name="object 80"/>
            <p:cNvSpPr/>
            <p:nvPr/>
          </p:nvSpPr>
          <p:spPr>
            <a:xfrm>
              <a:off x="6245352" y="4197096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5193792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7"/>
                  </a:lnTo>
                  <a:lnTo>
                    <a:pt x="0" y="886967"/>
                  </a:lnTo>
                  <a:lnTo>
                    <a:pt x="5036" y="911863"/>
                  </a:lnTo>
                  <a:lnTo>
                    <a:pt x="18764" y="932211"/>
                  </a:lnTo>
                  <a:lnTo>
                    <a:pt x="39112" y="945939"/>
                  </a:lnTo>
                  <a:lnTo>
                    <a:pt x="64008" y="950976"/>
                  </a:lnTo>
                  <a:lnTo>
                    <a:pt x="5193792" y="950976"/>
                  </a:lnTo>
                  <a:lnTo>
                    <a:pt x="5218687" y="945939"/>
                  </a:lnTo>
                  <a:lnTo>
                    <a:pt x="5239035" y="932211"/>
                  </a:lnTo>
                  <a:lnTo>
                    <a:pt x="5252763" y="911863"/>
                  </a:lnTo>
                  <a:lnTo>
                    <a:pt x="5257800" y="886967"/>
                  </a:lnTo>
                  <a:lnTo>
                    <a:pt x="5257800" y="64007"/>
                  </a:lnTo>
                  <a:lnTo>
                    <a:pt x="5252763" y="39112"/>
                  </a:lnTo>
                  <a:lnTo>
                    <a:pt x="5239035" y="18764"/>
                  </a:lnTo>
                  <a:lnTo>
                    <a:pt x="5218687" y="5036"/>
                  </a:lnTo>
                  <a:lnTo>
                    <a:pt x="5193792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245352" y="4197096"/>
              <a:ext cx="5257800" cy="951230"/>
            </a:xfrm>
            <a:custGeom>
              <a:avLst/>
              <a:gdLst/>
              <a:ahLst/>
              <a:cxnLst/>
              <a:rect l="l" t="t" r="r" b="b"/>
              <a:pathLst>
                <a:path w="5257800" h="951229">
                  <a:moveTo>
                    <a:pt x="0" y="64007"/>
                  </a:moveTo>
                  <a:lnTo>
                    <a:pt x="5036" y="39112"/>
                  </a:lnTo>
                  <a:lnTo>
                    <a:pt x="18764" y="18764"/>
                  </a:lnTo>
                  <a:lnTo>
                    <a:pt x="39112" y="5036"/>
                  </a:lnTo>
                  <a:lnTo>
                    <a:pt x="64008" y="0"/>
                  </a:lnTo>
                  <a:lnTo>
                    <a:pt x="5193792" y="0"/>
                  </a:lnTo>
                  <a:lnTo>
                    <a:pt x="5218687" y="5036"/>
                  </a:lnTo>
                  <a:lnTo>
                    <a:pt x="5239035" y="18764"/>
                  </a:lnTo>
                  <a:lnTo>
                    <a:pt x="5252763" y="39112"/>
                  </a:lnTo>
                  <a:lnTo>
                    <a:pt x="5257800" y="64007"/>
                  </a:lnTo>
                  <a:lnTo>
                    <a:pt x="5257800" y="886967"/>
                  </a:lnTo>
                  <a:lnTo>
                    <a:pt x="5252763" y="911863"/>
                  </a:lnTo>
                  <a:lnTo>
                    <a:pt x="5239035" y="932211"/>
                  </a:lnTo>
                  <a:lnTo>
                    <a:pt x="5218687" y="945939"/>
                  </a:lnTo>
                  <a:lnTo>
                    <a:pt x="5193792" y="950976"/>
                  </a:lnTo>
                  <a:lnTo>
                    <a:pt x="64008" y="950976"/>
                  </a:lnTo>
                  <a:lnTo>
                    <a:pt x="39112" y="945939"/>
                  </a:lnTo>
                  <a:lnTo>
                    <a:pt x="18764" y="932211"/>
                  </a:lnTo>
                  <a:lnTo>
                    <a:pt x="5036" y="911863"/>
                  </a:lnTo>
                  <a:lnTo>
                    <a:pt x="0" y="886967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245352" y="4197096"/>
              <a:ext cx="64135" cy="951230"/>
            </a:xfrm>
            <a:custGeom>
              <a:avLst/>
              <a:gdLst/>
              <a:ahLst/>
              <a:cxnLst/>
              <a:rect l="l" t="t" r="r" b="b"/>
              <a:pathLst>
                <a:path w="64135" h="951229">
                  <a:moveTo>
                    <a:pt x="64008" y="0"/>
                  </a:moveTo>
                  <a:lnTo>
                    <a:pt x="0" y="0"/>
                  </a:lnTo>
                  <a:lnTo>
                    <a:pt x="0" y="950976"/>
                  </a:lnTo>
                  <a:lnTo>
                    <a:pt x="64008" y="950976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5A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502273" y="4388866"/>
              <a:ext cx="736092" cy="528828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7324344" y="4425696"/>
              <a:ext cx="494030" cy="494030"/>
            </a:xfrm>
            <a:custGeom>
              <a:avLst/>
              <a:gdLst/>
              <a:ahLst/>
              <a:cxnLst/>
              <a:rect l="l" t="t" r="r" b="b"/>
              <a:pathLst>
                <a:path w="494029" h="494029">
                  <a:moveTo>
                    <a:pt x="246887" y="0"/>
                  </a:moveTo>
                  <a:lnTo>
                    <a:pt x="197118" y="5014"/>
                  </a:lnTo>
                  <a:lnTo>
                    <a:pt x="150768" y="19395"/>
                  </a:lnTo>
                  <a:lnTo>
                    <a:pt x="108830" y="42152"/>
                  </a:lnTo>
                  <a:lnTo>
                    <a:pt x="72294" y="72294"/>
                  </a:lnTo>
                  <a:lnTo>
                    <a:pt x="42152" y="108830"/>
                  </a:lnTo>
                  <a:lnTo>
                    <a:pt x="19395" y="150768"/>
                  </a:lnTo>
                  <a:lnTo>
                    <a:pt x="5014" y="197118"/>
                  </a:lnTo>
                  <a:lnTo>
                    <a:pt x="0" y="246887"/>
                  </a:lnTo>
                  <a:lnTo>
                    <a:pt x="5014" y="296657"/>
                  </a:lnTo>
                  <a:lnTo>
                    <a:pt x="19395" y="343007"/>
                  </a:lnTo>
                  <a:lnTo>
                    <a:pt x="42152" y="384945"/>
                  </a:lnTo>
                  <a:lnTo>
                    <a:pt x="72294" y="421481"/>
                  </a:lnTo>
                  <a:lnTo>
                    <a:pt x="108830" y="451623"/>
                  </a:lnTo>
                  <a:lnTo>
                    <a:pt x="150768" y="474380"/>
                  </a:lnTo>
                  <a:lnTo>
                    <a:pt x="197118" y="488761"/>
                  </a:lnTo>
                  <a:lnTo>
                    <a:pt x="246887" y="493775"/>
                  </a:lnTo>
                  <a:lnTo>
                    <a:pt x="296657" y="488761"/>
                  </a:lnTo>
                  <a:lnTo>
                    <a:pt x="343007" y="474380"/>
                  </a:lnTo>
                  <a:lnTo>
                    <a:pt x="384945" y="451623"/>
                  </a:lnTo>
                  <a:lnTo>
                    <a:pt x="421481" y="421481"/>
                  </a:lnTo>
                  <a:lnTo>
                    <a:pt x="451623" y="384945"/>
                  </a:lnTo>
                  <a:lnTo>
                    <a:pt x="474380" y="343007"/>
                  </a:lnTo>
                  <a:lnTo>
                    <a:pt x="488761" y="296657"/>
                  </a:lnTo>
                  <a:lnTo>
                    <a:pt x="493775" y="246887"/>
                  </a:lnTo>
                  <a:lnTo>
                    <a:pt x="488761" y="197118"/>
                  </a:lnTo>
                  <a:lnTo>
                    <a:pt x="474380" y="150768"/>
                  </a:lnTo>
                  <a:lnTo>
                    <a:pt x="451623" y="108830"/>
                  </a:lnTo>
                  <a:lnTo>
                    <a:pt x="421481" y="72294"/>
                  </a:lnTo>
                  <a:lnTo>
                    <a:pt x="384945" y="42152"/>
                  </a:lnTo>
                  <a:lnTo>
                    <a:pt x="343007" y="19395"/>
                  </a:lnTo>
                  <a:lnTo>
                    <a:pt x="296657" y="5014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 descr="preencoded.png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457694" y="4558982"/>
              <a:ext cx="227139" cy="22713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029321" y="4401896"/>
              <a:ext cx="562355" cy="26548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029321" y="4771390"/>
              <a:ext cx="438150" cy="175260"/>
            </a:xfrm>
            <a:prstGeom prst="rect">
              <a:avLst/>
            </a:prstGeom>
          </p:spPr>
        </p:pic>
      </p:grpSp>
      <p:grpSp>
        <p:nvGrpSpPr>
          <p:cNvPr id="88" name="object 88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89" name="object 8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96" name="object 9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63080"/>
            <a:chOff x="0" y="0"/>
            <a:chExt cx="12192000" cy="686308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6858000"/>
            </a:xfrm>
            <a:custGeom>
              <a:avLst/>
              <a:gdLst/>
              <a:ahLst/>
              <a:cxnLst/>
              <a:rect l="l" t="t" r="r" b="b"/>
              <a:pathLst>
                <a:path w="12045950" h="6858000">
                  <a:moveTo>
                    <a:pt x="0" y="6858000"/>
                  </a:moveTo>
                  <a:lnTo>
                    <a:pt x="12045696" y="6858000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46685" cy="6858000"/>
            </a:xfrm>
            <a:custGeom>
              <a:avLst/>
              <a:gdLst/>
              <a:ahLst/>
              <a:cxnLst/>
              <a:rect l="l" t="t" r="r" b="b"/>
              <a:pathLst>
                <a:path w="146685" h="6858000">
                  <a:moveTo>
                    <a:pt x="1463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6304" y="6858000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40" y="4572000"/>
              <a:ext cx="3291840" cy="2286000"/>
            </a:xfrm>
            <a:custGeom>
              <a:avLst/>
              <a:gdLst/>
              <a:ahLst/>
              <a:cxnLst/>
              <a:rect l="l" t="t" r="r" b="b"/>
              <a:pathLst>
                <a:path w="3291840" h="2286000">
                  <a:moveTo>
                    <a:pt x="0" y="182880"/>
                  </a:moveTo>
                  <a:lnTo>
                    <a:pt x="1371600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2468879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1371600" y="1920239"/>
                  </a:lnTo>
                </a:path>
                <a:path w="3291840" h="2286000">
                  <a:moveTo>
                    <a:pt x="1371600" y="82296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3291839" y="731519"/>
                  </a:lnTo>
                </a:path>
                <a:path w="3291840" h="2286000">
                  <a:moveTo>
                    <a:pt x="1005839" y="1920239"/>
                  </a:moveTo>
                  <a:lnTo>
                    <a:pt x="2651759" y="1920239"/>
                  </a:lnTo>
                </a:path>
                <a:path w="3291840" h="2286000">
                  <a:moveTo>
                    <a:pt x="1005839" y="1920239"/>
                  </a:moveTo>
                  <a:lnTo>
                    <a:pt x="1580605" y="228600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5237" y="59436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9525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525" y="9144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30000" y="5943600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4231" y="4690871"/>
              <a:ext cx="128016" cy="1280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8692" y="5353811"/>
              <a:ext cx="82296" cy="822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5971" y="4530852"/>
              <a:ext cx="82296" cy="822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0071" y="6428232"/>
              <a:ext cx="128016" cy="1280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8852" y="5902452"/>
              <a:ext cx="82296" cy="822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6071" y="5239511"/>
              <a:ext cx="128016" cy="1280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0471" y="1580641"/>
              <a:ext cx="4361180" cy="3352800"/>
            </a:xfrm>
            <a:custGeom>
              <a:avLst/>
              <a:gdLst/>
              <a:ahLst/>
              <a:cxnLst/>
              <a:rect l="l" t="t" r="r" b="b"/>
              <a:pathLst>
                <a:path w="4361180" h="3352800">
                  <a:moveTo>
                    <a:pt x="1371204" y="12700"/>
                  </a:moveTo>
                  <a:lnTo>
                    <a:pt x="939980" y="12700"/>
                  </a:lnTo>
                  <a:lnTo>
                    <a:pt x="891973" y="25400"/>
                  </a:lnTo>
                  <a:lnTo>
                    <a:pt x="845357" y="25400"/>
                  </a:lnTo>
                  <a:lnTo>
                    <a:pt x="800131" y="38100"/>
                  </a:lnTo>
                  <a:lnTo>
                    <a:pt x="713856" y="63500"/>
                  </a:lnTo>
                  <a:lnTo>
                    <a:pt x="672807" y="76200"/>
                  </a:lnTo>
                  <a:lnTo>
                    <a:pt x="623419" y="101600"/>
                  </a:lnTo>
                  <a:lnTo>
                    <a:pt x="576153" y="127000"/>
                  </a:lnTo>
                  <a:lnTo>
                    <a:pt x="531008" y="152400"/>
                  </a:lnTo>
                  <a:lnTo>
                    <a:pt x="487986" y="177800"/>
                  </a:lnTo>
                  <a:lnTo>
                    <a:pt x="447086" y="203200"/>
                  </a:lnTo>
                  <a:lnTo>
                    <a:pt x="408308" y="241300"/>
                  </a:lnTo>
                  <a:lnTo>
                    <a:pt x="371653" y="279400"/>
                  </a:lnTo>
                  <a:lnTo>
                    <a:pt x="337121" y="317500"/>
                  </a:lnTo>
                  <a:lnTo>
                    <a:pt x="308497" y="355600"/>
                  </a:lnTo>
                  <a:lnTo>
                    <a:pt x="281185" y="381000"/>
                  </a:lnTo>
                  <a:lnTo>
                    <a:pt x="255185" y="419100"/>
                  </a:lnTo>
                  <a:lnTo>
                    <a:pt x="230496" y="469900"/>
                  </a:lnTo>
                  <a:lnTo>
                    <a:pt x="207119" y="508000"/>
                  </a:lnTo>
                  <a:lnTo>
                    <a:pt x="185054" y="546100"/>
                  </a:lnTo>
                  <a:lnTo>
                    <a:pt x="164301" y="596900"/>
                  </a:lnTo>
                  <a:lnTo>
                    <a:pt x="144860" y="647700"/>
                  </a:lnTo>
                  <a:lnTo>
                    <a:pt x="126730" y="685800"/>
                  </a:lnTo>
                  <a:lnTo>
                    <a:pt x="109913" y="736600"/>
                  </a:lnTo>
                  <a:lnTo>
                    <a:pt x="94407" y="800100"/>
                  </a:lnTo>
                  <a:lnTo>
                    <a:pt x="80213" y="850900"/>
                  </a:lnTo>
                  <a:lnTo>
                    <a:pt x="70941" y="889000"/>
                  </a:lnTo>
                  <a:lnTo>
                    <a:pt x="62238" y="927100"/>
                  </a:lnTo>
                  <a:lnTo>
                    <a:pt x="54104" y="965200"/>
                  </a:lnTo>
                  <a:lnTo>
                    <a:pt x="46539" y="1016000"/>
                  </a:lnTo>
                  <a:lnTo>
                    <a:pt x="39544" y="1054100"/>
                  </a:lnTo>
                  <a:lnTo>
                    <a:pt x="33117" y="1104900"/>
                  </a:lnTo>
                  <a:lnTo>
                    <a:pt x="27260" y="1155700"/>
                  </a:lnTo>
                  <a:lnTo>
                    <a:pt x="21972" y="1193800"/>
                  </a:lnTo>
                  <a:lnTo>
                    <a:pt x="17253" y="1244600"/>
                  </a:lnTo>
                  <a:lnTo>
                    <a:pt x="13104" y="1295400"/>
                  </a:lnTo>
                  <a:lnTo>
                    <a:pt x="9524" y="1346200"/>
                  </a:lnTo>
                  <a:lnTo>
                    <a:pt x="6513" y="1397000"/>
                  </a:lnTo>
                  <a:lnTo>
                    <a:pt x="4071" y="1447800"/>
                  </a:lnTo>
                  <a:lnTo>
                    <a:pt x="2199" y="1511300"/>
                  </a:lnTo>
                  <a:lnTo>
                    <a:pt x="896" y="1562100"/>
                  </a:lnTo>
                  <a:lnTo>
                    <a:pt x="163" y="1625600"/>
                  </a:lnTo>
                  <a:lnTo>
                    <a:pt x="0" y="1676400"/>
                  </a:lnTo>
                  <a:lnTo>
                    <a:pt x="163" y="1739900"/>
                  </a:lnTo>
                  <a:lnTo>
                    <a:pt x="896" y="1790700"/>
                  </a:lnTo>
                  <a:lnTo>
                    <a:pt x="2199" y="1854200"/>
                  </a:lnTo>
                  <a:lnTo>
                    <a:pt x="4071" y="1905000"/>
                  </a:lnTo>
                  <a:lnTo>
                    <a:pt x="6513" y="1955800"/>
                  </a:lnTo>
                  <a:lnTo>
                    <a:pt x="9524" y="2019300"/>
                  </a:lnTo>
                  <a:lnTo>
                    <a:pt x="13104" y="2070099"/>
                  </a:lnTo>
                  <a:lnTo>
                    <a:pt x="17253" y="2120899"/>
                  </a:lnTo>
                  <a:lnTo>
                    <a:pt x="21972" y="2158999"/>
                  </a:lnTo>
                  <a:lnTo>
                    <a:pt x="27260" y="2209799"/>
                  </a:lnTo>
                  <a:lnTo>
                    <a:pt x="33117" y="2260599"/>
                  </a:lnTo>
                  <a:lnTo>
                    <a:pt x="39544" y="2298699"/>
                  </a:lnTo>
                  <a:lnTo>
                    <a:pt x="46539" y="2349499"/>
                  </a:lnTo>
                  <a:lnTo>
                    <a:pt x="54104" y="2387599"/>
                  </a:lnTo>
                  <a:lnTo>
                    <a:pt x="62238" y="2438399"/>
                  </a:lnTo>
                  <a:lnTo>
                    <a:pt x="70941" y="2476499"/>
                  </a:lnTo>
                  <a:lnTo>
                    <a:pt x="80213" y="2514599"/>
                  </a:lnTo>
                  <a:lnTo>
                    <a:pt x="94407" y="2565399"/>
                  </a:lnTo>
                  <a:lnTo>
                    <a:pt x="109913" y="2616199"/>
                  </a:lnTo>
                  <a:lnTo>
                    <a:pt x="126730" y="2666999"/>
                  </a:lnTo>
                  <a:lnTo>
                    <a:pt x="144860" y="2717799"/>
                  </a:lnTo>
                  <a:lnTo>
                    <a:pt x="164301" y="2768599"/>
                  </a:lnTo>
                  <a:lnTo>
                    <a:pt x="185054" y="2806699"/>
                  </a:lnTo>
                  <a:lnTo>
                    <a:pt x="207119" y="2857499"/>
                  </a:lnTo>
                  <a:lnTo>
                    <a:pt x="230496" y="2895599"/>
                  </a:lnTo>
                  <a:lnTo>
                    <a:pt x="255185" y="2933699"/>
                  </a:lnTo>
                  <a:lnTo>
                    <a:pt x="281185" y="2971799"/>
                  </a:lnTo>
                  <a:lnTo>
                    <a:pt x="308497" y="3009899"/>
                  </a:lnTo>
                  <a:lnTo>
                    <a:pt x="337121" y="3047999"/>
                  </a:lnTo>
                  <a:lnTo>
                    <a:pt x="371653" y="3086099"/>
                  </a:lnTo>
                  <a:lnTo>
                    <a:pt x="408308" y="3124199"/>
                  </a:lnTo>
                  <a:lnTo>
                    <a:pt x="447086" y="3149599"/>
                  </a:lnTo>
                  <a:lnTo>
                    <a:pt x="487986" y="3187699"/>
                  </a:lnTo>
                  <a:lnTo>
                    <a:pt x="531008" y="3213099"/>
                  </a:lnTo>
                  <a:lnTo>
                    <a:pt x="576153" y="3238499"/>
                  </a:lnTo>
                  <a:lnTo>
                    <a:pt x="623419" y="3263900"/>
                  </a:lnTo>
                  <a:lnTo>
                    <a:pt x="672807" y="3276600"/>
                  </a:lnTo>
                  <a:lnTo>
                    <a:pt x="713856" y="3289300"/>
                  </a:lnTo>
                  <a:lnTo>
                    <a:pt x="756297" y="3314700"/>
                  </a:lnTo>
                  <a:lnTo>
                    <a:pt x="800131" y="3314700"/>
                  </a:lnTo>
                  <a:lnTo>
                    <a:pt x="845357" y="3327400"/>
                  </a:lnTo>
                  <a:lnTo>
                    <a:pt x="939980" y="3352800"/>
                  </a:lnTo>
                  <a:lnTo>
                    <a:pt x="1317367" y="3352800"/>
                  </a:lnTo>
                  <a:lnTo>
                    <a:pt x="1371204" y="3340100"/>
                  </a:lnTo>
                  <a:lnTo>
                    <a:pt x="1423381" y="3340100"/>
                  </a:lnTo>
                  <a:lnTo>
                    <a:pt x="1522756" y="3314700"/>
                  </a:lnTo>
                  <a:lnTo>
                    <a:pt x="1569955" y="3302000"/>
                  </a:lnTo>
                  <a:lnTo>
                    <a:pt x="1615493" y="3276600"/>
                  </a:lnTo>
                  <a:lnTo>
                    <a:pt x="1659373" y="3263900"/>
                  </a:lnTo>
                  <a:lnTo>
                    <a:pt x="1701594" y="3238499"/>
                  </a:lnTo>
                  <a:lnTo>
                    <a:pt x="1742155" y="3225799"/>
                  </a:lnTo>
                  <a:lnTo>
                    <a:pt x="1781058" y="3200399"/>
                  </a:lnTo>
                  <a:lnTo>
                    <a:pt x="1818302" y="3174999"/>
                  </a:lnTo>
                  <a:lnTo>
                    <a:pt x="1853888" y="3136899"/>
                  </a:lnTo>
                  <a:lnTo>
                    <a:pt x="1887815" y="3111499"/>
                  </a:lnTo>
                  <a:lnTo>
                    <a:pt x="1920084" y="3086099"/>
                  </a:lnTo>
                  <a:lnTo>
                    <a:pt x="1950694" y="3047999"/>
                  </a:lnTo>
                  <a:lnTo>
                    <a:pt x="1979312" y="3009899"/>
                  </a:lnTo>
                  <a:lnTo>
                    <a:pt x="2006617" y="2971799"/>
                  </a:lnTo>
                  <a:lnTo>
                    <a:pt x="2032611" y="2933699"/>
                  </a:lnTo>
                  <a:lnTo>
                    <a:pt x="2057294" y="2895599"/>
                  </a:lnTo>
                  <a:lnTo>
                    <a:pt x="2080667" y="2857499"/>
                  </a:lnTo>
                  <a:lnTo>
                    <a:pt x="2102729" y="2806699"/>
                  </a:lnTo>
                  <a:lnTo>
                    <a:pt x="2123482" y="2768599"/>
                  </a:lnTo>
                  <a:lnTo>
                    <a:pt x="1059138" y="2768599"/>
                  </a:lnTo>
                  <a:lnTo>
                    <a:pt x="1019433" y="2755899"/>
                  </a:lnTo>
                  <a:lnTo>
                    <a:pt x="982192" y="2743199"/>
                  </a:lnTo>
                  <a:lnTo>
                    <a:pt x="947692" y="2717799"/>
                  </a:lnTo>
                  <a:lnTo>
                    <a:pt x="916025" y="2692399"/>
                  </a:lnTo>
                  <a:lnTo>
                    <a:pt x="887216" y="2666999"/>
                  </a:lnTo>
                  <a:lnTo>
                    <a:pt x="861288" y="2628899"/>
                  </a:lnTo>
                  <a:lnTo>
                    <a:pt x="843980" y="2590799"/>
                  </a:lnTo>
                  <a:lnTo>
                    <a:pt x="828198" y="2552699"/>
                  </a:lnTo>
                  <a:lnTo>
                    <a:pt x="813945" y="2514599"/>
                  </a:lnTo>
                  <a:lnTo>
                    <a:pt x="801223" y="2463799"/>
                  </a:lnTo>
                  <a:lnTo>
                    <a:pt x="790033" y="2412999"/>
                  </a:lnTo>
                  <a:lnTo>
                    <a:pt x="780378" y="2349499"/>
                  </a:lnTo>
                  <a:lnTo>
                    <a:pt x="772261" y="2285999"/>
                  </a:lnTo>
                  <a:lnTo>
                    <a:pt x="768158" y="2247899"/>
                  </a:lnTo>
                  <a:lnTo>
                    <a:pt x="764422" y="2209799"/>
                  </a:lnTo>
                  <a:lnTo>
                    <a:pt x="761053" y="2158999"/>
                  </a:lnTo>
                  <a:lnTo>
                    <a:pt x="758052" y="2120899"/>
                  </a:lnTo>
                  <a:lnTo>
                    <a:pt x="755419" y="2070099"/>
                  </a:lnTo>
                  <a:lnTo>
                    <a:pt x="753156" y="2019300"/>
                  </a:lnTo>
                  <a:lnTo>
                    <a:pt x="751262" y="1968500"/>
                  </a:lnTo>
                  <a:lnTo>
                    <a:pt x="749738" y="1917700"/>
                  </a:lnTo>
                  <a:lnTo>
                    <a:pt x="748585" y="1866900"/>
                  </a:lnTo>
                  <a:lnTo>
                    <a:pt x="747803" y="1803400"/>
                  </a:lnTo>
                  <a:lnTo>
                    <a:pt x="747394" y="1739900"/>
                  </a:lnTo>
                  <a:lnTo>
                    <a:pt x="747394" y="1612900"/>
                  </a:lnTo>
                  <a:lnTo>
                    <a:pt x="747803" y="1562100"/>
                  </a:lnTo>
                  <a:lnTo>
                    <a:pt x="748585" y="1498600"/>
                  </a:lnTo>
                  <a:lnTo>
                    <a:pt x="749738" y="1447800"/>
                  </a:lnTo>
                  <a:lnTo>
                    <a:pt x="753156" y="1333500"/>
                  </a:lnTo>
                  <a:lnTo>
                    <a:pt x="755419" y="1295400"/>
                  </a:lnTo>
                  <a:lnTo>
                    <a:pt x="758052" y="1244600"/>
                  </a:lnTo>
                  <a:lnTo>
                    <a:pt x="761053" y="1193800"/>
                  </a:lnTo>
                  <a:lnTo>
                    <a:pt x="764422" y="1155700"/>
                  </a:lnTo>
                  <a:lnTo>
                    <a:pt x="768158" y="1117600"/>
                  </a:lnTo>
                  <a:lnTo>
                    <a:pt x="772261" y="1066800"/>
                  </a:lnTo>
                  <a:lnTo>
                    <a:pt x="780378" y="1003300"/>
                  </a:lnTo>
                  <a:lnTo>
                    <a:pt x="790033" y="952500"/>
                  </a:lnTo>
                  <a:lnTo>
                    <a:pt x="801223" y="901700"/>
                  </a:lnTo>
                  <a:lnTo>
                    <a:pt x="813945" y="850900"/>
                  </a:lnTo>
                  <a:lnTo>
                    <a:pt x="828198" y="812800"/>
                  </a:lnTo>
                  <a:lnTo>
                    <a:pt x="843980" y="774700"/>
                  </a:lnTo>
                  <a:lnTo>
                    <a:pt x="861288" y="736600"/>
                  </a:lnTo>
                  <a:lnTo>
                    <a:pt x="887216" y="698500"/>
                  </a:lnTo>
                  <a:lnTo>
                    <a:pt x="916025" y="673100"/>
                  </a:lnTo>
                  <a:lnTo>
                    <a:pt x="947692" y="647700"/>
                  </a:lnTo>
                  <a:lnTo>
                    <a:pt x="982192" y="622300"/>
                  </a:lnTo>
                  <a:lnTo>
                    <a:pt x="1019433" y="609600"/>
                  </a:lnTo>
                  <a:lnTo>
                    <a:pt x="1059138" y="596900"/>
                  </a:lnTo>
                  <a:lnTo>
                    <a:pt x="1101296" y="584200"/>
                  </a:lnTo>
                  <a:lnTo>
                    <a:pt x="2118293" y="584200"/>
                  </a:lnTo>
                  <a:lnTo>
                    <a:pt x="2102729" y="546100"/>
                  </a:lnTo>
                  <a:lnTo>
                    <a:pt x="2080667" y="508000"/>
                  </a:lnTo>
                  <a:lnTo>
                    <a:pt x="2057294" y="469900"/>
                  </a:lnTo>
                  <a:lnTo>
                    <a:pt x="2032611" y="419100"/>
                  </a:lnTo>
                  <a:lnTo>
                    <a:pt x="2006617" y="381000"/>
                  </a:lnTo>
                  <a:lnTo>
                    <a:pt x="1979312" y="355600"/>
                  </a:lnTo>
                  <a:lnTo>
                    <a:pt x="1950694" y="317500"/>
                  </a:lnTo>
                  <a:lnTo>
                    <a:pt x="1920084" y="279400"/>
                  </a:lnTo>
                  <a:lnTo>
                    <a:pt x="1887815" y="254000"/>
                  </a:lnTo>
                  <a:lnTo>
                    <a:pt x="1853888" y="215900"/>
                  </a:lnTo>
                  <a:lnTo>
                    <a:pt x="1818302" y="190500"/>
                  </a:lnTo>
                  <a:lnTo>
                    <a:pt x="1781058" y="165100"/>
                  </a:lnTo>
                  <a:lnTo>
                    <a:pt x="1742155" y="139700"/>
                  </a:lnTo>
                  <a:lnTo>
                    <a:pt x="1701594" y="114300"/>
                  </a:lnTo>
                  <a:lnTo>
                    <a:pt x="1659373" y="101600"/>
                  </a:lnTo>
                  <a:lnTo>
                    <a:pt x="1615493" y="76200"/>
                  </a:lnTo>
                  <a:lnTo>
                    <a:pt x="1522756" y="50800"/>
                  </a:lnTo>
                  <a:lnTo>
                    <a:pt x="1423381" y="25400"/>
                  </a:lnTo>
                  <a:lnTo>
                    <a:pt x="1371204" y="12700"/>
                  </a:lnTo>
                  <a:close/>
                </a:path>
                <a:path w="4361180" h="3352800">
                  <a:moveTo>
                    <a:pt x="2118293" y="584200"/>
                  </a:moveTo>
                  <a:lnTo>
                    <a:pt x="1190117" y="584200"/>
                  </a:lnTo>
                  <a:lnTo>
                    <a:pt x="1231541" y="596900"/>
                  </a:lnTo>
                  <a:lnTo>
                    <a:pt x="1270178" y="609600"/>
                  </a:lnTo>
                  <a:lnTo>
                    <a:pt x="1339501" y="647700"/>
                  </a:lnTo>
                  <a:lnTo>
                    <a:pt x="1370733" y="673100"/>
                  </a:lnTo>
                  <a:lnTo>
                    <a:pt x="1399750" y="698500"/>
                  </a:lnTo>
                  <a:lnTo>
                    <a:pt x="1426565" y="736600"/>
                  </a:lnTo>
                  <a:lnTo>
                    <a:pt x="1443866" y="774700"/>
                  </a:lnTo>
                  <a:lnTo>
                    <a:pt x="1459632" y="812800"/>
                  </a:lnTo>
                  <a:lnTo>
                    <a:pt x="1473868" y="850900"/>
                  </a:lnTo>
                  <a:lnTo>
                    <a:pt x="1486577" y="901700"/>
                  </a:lnTo>
                  <a:lnTo>
                    <a:pt x="1497765" y="952500"/>
                  </a:lnTo>
                  <a:lnTo>
                    <a:pt x="1507435" y="1003300"/>
                  </a:lnTo>
                  <a:lnTo>
                    <a:pt x="1515592" y="1066800"/>
                  </a:lnTo>
                  <a:lnTo>
                    <a:pt x="1519693" y="1117600"/>
                  </a:lnTo>
                  <a:lnTo>
                    <a:pt x="1523424" y="1155700"/>
                  </a:lnTo>
                  <a:lnTo>
                    <a:pt x="1526786" y="1193800"/>
                  </a:lnTo>
                  <a:lnTo>
                    <a:pt x="1529778" y="1244600"/>
                  </a:lnTo>
                  <a:lnTo>
                    <a:pt x="1532402" y="1295400"/>
                  </a:lnTo>
                  <a:lnTo>
                    <a:pt x="1534658" y="1333500"/>
                  </a:lnTo>
                  <a:lnTo>
                    <a:pt x="1538066" y="1447800"/>
                  </a:lnTo>
                  <a:lnTo>
                    <a:pt x="1539220" y="1498600"/>
                  </a:lnTo>
                  <a:lnTo>
                    <a:pt x="1540007" y="1562100"/>
                  </a:lnTo>
                  <a:lnTo>
                    <a:pt x="1540428" y="1612900"/>
                  </a:lnTo>
                  <a:lnTo>
                    <a:pt x="1540428" y="1739900"/>
                  </a:lnTo>
                  <a:lnTo>
                    <a:pt x="1540092" y="1790700"/>
                  </a:lnTo>
                  <a:lnTo>
                    <a:pt x="1539220" y="1866900"/>
                  </a:lnTo>
                  <a:lnTo>
                    <a:pt x="1538066" y="1917700"/>
                  </a:lnTo>
                  <a:lnTo>
                    <a:pt x="1536546" y="1968500"/>
                  </a:lnTo>
                  <a:lnTo>
                    <a:pt x="1534658" y="2019300"/>
                  </a:lnTo>
                  <a:lnTo>
                    <a:pt x="1532402" y="2070099"/>
                  </a:lnTo>
                  <a:lnTo>
                    <a:pt x="1529778" y="2120899"/>
                  </a:lnTo>
                  <a:lnTo>
                    <a:pt x="1526786" y="2158999"/>
                  </a:lnTo>
                  <a:lnTo>
                    <a:pt x="1523424" y="2209799"/>
                  </a:lnTo>
                  <a:lnTo>
                    <a:pt x="1519693" y="2247899"/>
                  </a:lnTo>
                  <a:lnTo>
                    <a:pt x="1515592" y="2285999"/>
                  </a:lnTo>
                  <a:lnTo>
                    <a:pt x="1507435" y="2349499"/>
                  </a:lnTo>
                  <a:lnTo>
                    <a:pt x="1497765" y="2412999"/>
                  </a:lnTo>
                  <a:lnTo>
                    <a:pt x="1486577" y="2463799"/>
                  </a:lnTo>
                  <a:lnTo>
                    <a:pt x="1473868" y="2514599"/>
                  </a:lnTo>
                  <a:lnTo>
                    <a:pt x="1459632" y="2552699"/>
                  </a:lnTo>
                  <a:lnTo>
                    <a:pt x="1443866" y="2590799"/>
                  </a:lnTo>
                  <a:lnTo>
                    <a:pt x="1426565" y="2628899"/>
                  </a:lnTo>
                  <a:lnTo>
                    <a:pt x="1399750" y="2666999"/>
                  </a:lnTo>
                  <a:lnTo>
                    <a:pt x="1370733" y="2692399"/>
                  </a:lnTo>
                  <a:lnTo>
                    <a:pt x="1339501" y="2717799"/>
                  </a:lnTo>
                  <a:lnTo>
                    <a:pt x="1306042" y="2743199"/>
                  </a:lnTo>
                  <a:lnTo>
                    <a:pt x="1231541" y="2768599"/>
                  </a:lnTo>
                  <a:lnTo>
                    <a:pt x="2123482" y="2768599"/>
                  </a:lnTo>
                  <a:lnTo>
                    <a:pt x="2142925" y="2717799"/>
                  </a:lnTo>
                  <a:lnTo>
                    <a:pt x="2161060" y="2666999"/>
                  </a:lnTo>
                  <a:lnTo>
                    <a:pt x="2177886" y="2616199"/>
                  </a:lnTo>
                  <a:lnTo>
                    <a:pt x="2193404" y="2565399"/>
                  </a:lnTo>
                  <a:lnTo>
                    <a:pt x="2207615" y="2514599"/>
                  </a:lnTo>
                  <a:lnTo>
                    <a:pt x="2216879" y="2476499"/>
                  </a:lnTo>
                  <a:lnTo>
                    <a:pt x="2225576" y="2438399"/>
                  </a:lnTo>
                  <a:lnTo>
                    <a:pt x="2233705" y="2387599"/>
                  </a:lnTo>
                  <a:lnTo>
                    <a:pt x="2241266" y="2349499"/>
                  </a:lnTo>
                  <a:lnTo>
                    <a:pt x="2248260" y="2298699"/>
                  </a:lnTo>
                  <a:lnTo>
                    <a:pt x="2254684" y="2260599"/>
                  </a:lnTo>
                  <a:lnTo>
                    <a:pt x="2260541" y="2209799"/>
                  </a:lnTo>
                  <a:lnTo>
                    <a:pt x="2265828" y="2158999"/>
                  </a:lnTo>
                  <a:lnTo>
                    <a:pt x="2270545" y="2120899"/>
                  </a:lnTo>
                  <a:lnTo>
                    <a:pt x="2274693" y="2070099"/>
                  </a:lnTo>
                  <a:lnTo>
                    <a:pt x="2278271" y="2019300"/>
                  </a:lnTo>
                  <a:lnTo>
                    <a:pt x="2281279" y="1955800"/>
                  </a:lnTo>
                  <a:lnTo>
                    <a:pt x="2283716" y="1905000"/>
                  </a:lnTo>
                  <a:lnTo>
                    <a:pt x="2285582" y="1854200"/>
                  </a:lnTo>
                  <a:lnTo>
                    <a:pt x="2286877" y="1790700"/>
                  </a:lnTo>
                  <a:lnTo>
                    <a:pt x="2287601" y="1739900"/>
                  </a:lnTo>
                  <a:lnTo>
                    <a:pt x="2287752" y="1676400"/>
                  </a:lnTo>
                  <a:lnTo>
                    <a:pt x="2287601" y="1625600"/>
                  </a:lnTo>
                  <a:lnTo>
                    <a:pt x="2286877" y="1562100"/>
                  </a:lnTo>
                  <a:lnTo>
                    <a:pt x="2285582" y="1511300"/>
                  </a:lnTo>
                  <a:lnTo>
                    <a:pt x="2283716" y="1447800"/>
                  </a:lnTo>
                  <a:lnTo>
                    <a:pt x="2281279" y="1397000"/>
                  </a:lnTo>
                  <a:lnTo>
                    <a:pt x="2278271" y="1346200"/>
                  </a:lnTo>
                  <a:lnTo>
                    <a:pt x="2274693" y="1295400"/>
                  </a:lnTo>
                  <a:lnTo>
                    <a:pt x="2270545" y="1244600"/>
                  </a:lnTo>
                  <a:lnTo>
                    <a:pt x="2265828" y="1193800"/>
                  </a:lnTo>
                  <a:lnTo>
                    <a:pt x="2260541" y="1155700"/>
                  </a:lnTo>
                  <a:lnTo>
                    <a:pt x="2254684" y="1104900"/>
                  </a:lnTo>
                  <a:lnTo>
                    <a:pt x="2248260" y="1054100"/>
                  </a:lnTo>
                  <a:lnTo>
                    <a:pt x="2241266" y="1016000"/>
                  </a:lnTo>
                  <a:lnTo>
                    <a:pt x="2233705" y="965200"/>
                  </a:lnTo>
                  <a:lnTo>
                    <a:pt x="2225576" y="927100"/>
                  </a:lnTo>
                  <a:lnTo>
                    <a:pt x="2216879" y="889000"/>
                  </a:lnTo>
                  <a:lnTo>
                    <a:pt x="2207615" y="850900"/>
                  </a:lnTo>
                  <a:lnTo>
                    <a:pt x="2193404" y="800100"/>
                  </a:lnTo>
                  <a:lnTo>
                    <a:pt x="2177886" y="736600"/>
                  </a:lnTo>
                  <a:lnTo>
                    <a:pt x="2161060" y="685800"/>
                  </a:lnTo>
                  <a:lnTo>
                    <a:pt x="2142925" y="647700"/>
                  </a:lnTo>
                  <a:lnTo>
                    <a:pt x="2123482" y="596900"/>
                  </a:lnTo>
                  <a:lnTo>
                    <a:pt x="2118293" y="584200"/>
                  </a:lnTo>
                  <a:close/>
                </a:path>
                <a:path w="4361180" h="3352800">
                  <a:moveTo>
                    <a:pt x="1204713" y="0"/>
                  </a:moveTo>
                  <a:lnTo>
                    <a:pt x="1040161" y="0"/>
                  </a:lnTo>
                  <a:lnTo>
                    <a:pt x="989376" y="12700"/>
                  </a:lnTo>
                  <a:lnTo>
                    <a:pt x="1261870" y="12700"/>
                  </a:lnTo>
                  <a:lnTo>
                    <a:pt x="1204713" y="0"/>
                  </a:lnTo>
                  <a:close/>
                </a:path>
                <a:path w="4361180" h="3352800">
                  <a:moveTo>
                    <a:pt x="4360900" y="735710"/>
                  </a:moveTo>
                  <a:lnTo>
                    <a:pt x="3609441" y="735710"/>
                  </a:lnTo>
                  <a:lnTo>
                    <a:pt x="3609441" y="3295904"/>
                  </a:lnTo>
                  <a:lnTo>
                    <a:pt x="4360900" y="3295904"/>
                  </a:lnTo>
                  <a:lnTo>
                    <a:pt x="4360900" y="735710"/>
                  </a:lnTo>
                  <a:close/>
                </a:path>
                <a:path w="4361180" h="3352800">
                  <a:moveTo>
                    <a:pt x="4360900" y="52958"/>
                  </a:moveTo>
                  <a:lnTo>
                    <a:pt x="3719169" y="52958"/>
                  </a:lnTo>
                  <a:lnTo>
                    <a:pt x="2946882" y="410590"/>
                  </a:lnTo>
                  <a:lnTo>
                    <a:pt x="2946882" y="1032382"/>
                  </a:lnTo>
                  <a:lnTo>
                    <a:pt x="3609441" y="735710"/>
                  </a:lnTo>
                  <a:lnTo>
                    <a:pt x="4360900" y="735710"/>
                  </a:lnTo>
                  <a:lnTo>
                    <a:pt x="4360900" y="52958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519" y="2381123"/>
              <a:ext cx="1715262" cy="2484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800" y="2802001"/>
              <a:ext cx="2438781" cy="7040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86126" y="2802001"/>
              <a:ext cx="1463548" cy="7040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12742" y="2802001"/>
              <a:ext cx="975360" cy="7040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49775" y="2802001"/>
              <a:ext cx="1463039" cy="7040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07" y="1970"/>
                  </a:lnTo>
                  <a:lnTo>
                    <a:pt x="497942" y="7778"/>
                  </a:lnTo>
                  <a:lnTo>
                    <a:pt x="451515" y="17271"/>
                  </a:lnTo>
                  <a:lnTo>
                    <a:pt x="406481" y="30297"/>
                  </a:lnTo>
                  <a:lnTo>
                    <a:pt x="362991" y="46702"/>
                  </a:lnTo>
                  <a:lnTo>
                    <a:pt x="321200" y="66334"/>
                  </a:lnTo>
                  <a:lnTo>
                    <a:pt x="281259" y="89039"/>
                  </a:lnTo>
                  <a:lnTo>
                    <a:pt x="243321" y="114665"/>
                  </a:lnTo>
                  <a:lnTo>
                    <a:pt x="207540" y="143060"/>
                  </a:lnTo>
                  <a:lnTo>
                    <a:pt x="174069" y="174069"/>
                  </a:lnTo>
                  <a:lnTo>
                    <a:pt x="143060" y="207540"/>
                  </a:lnTo>
                  <a:lnTo>
                    <a:pt x="114665" y="243321"/>
                  </a:lnTo>
                  <a:lnTo>
                    <a:pt x="89039" y="281259"/>
                  </a:lnTo>
                  <a:lnTo>
                    <a:pt x="66334" y="321200"/>
                  </a:lnTo>
                  <a:lnTo>
                    <a:pt x="46702" y="362991"/>
                  </a:lnTo>
                  <a:lnTo>
                    <a:pt x="30297" y="406481"/>
                  </a:lnTo>
                  <a:lnTo>
                    <a:pt x="17271" y="451515"/>
                  </a:lnTo>
                  <a:lnTo>
                    <a:pt x="7778" y="497942"/>
                  </a:lnTo>
                  <a:lnTo>
                    <a:pt x="1970" y="545607"/>
                  </a:lnTo>
                  <a:lnTo>
                    <a:pt x="0" y="594360"/>
                  </a:lnTo>
                  <a:lnTo>
                    <a:pt x="1970" y="643112"/>
                  </a:lnTo>
                  <a:lnTo>
                    <a:pt x="7778" y="690777"/>
                  </a:lnTo>
                  <a:lnTo>
                    <a:pt x="17271" y="737204"/>
                  </a:lnTo>
                  <a:lnTo>
                    <a:pt x="30297" y="782238"/>
                  </a:lnTo>
                  <a:lnTo>
                    <a:pt x="46702" y="825728"/>
                  </a:lnTo>
                  <a:lnTo>
                    <a:pt x="66334" y="867519"/>
                  </a:lnTo>
                  <a:lnTo>
                    <a:pt x="89039" y="907460"/>
                  </a:lnTo>
                  <a:lnTo>
                    <a:pt x="114665" y="945398"/>
                  </a:lnTo>
                  <a:lnTo>
                    <a:pt x="143060" y="981179"/>
                  </a:lnTo>
                  <a:lnTo>
                    <a:pt x="174069" y="1014650"/>
                  </a:lnTo>
                  <a:lnTo>
                    <a:pt x="207540" y="1045659"/>
                  </a:lnTo>
                  <a:lnTo>
                    <a:pt x="243321" y="1074054"/>
                  </a:lnTo>
                  <a:lnTo>
                    <a:pt x="281259" y="1099680"/>
                  </a:lnTo>
                  <a:lnTo>
                    <a:pt x="321200" y="1122385"/>
                  </a:lnTo>
                  <a:lnTo>
                    <a:pt x="362991" y="1142017"/>
                  </a:lnTo>
                  <a:lnTo>
                    <a:pt x="406481" y="1158422"/>
                  </a:lnTo>
                  <a:lnTo>
                    <a:pt x="451515" y="1171448"/>
                  </a:lnTo>
                  <a:lnTo>
                    <a:pt x="497942" y="1180941"/>
                  </a:lnTo>
                  <a:lnTo>
                    <a:pt x="545607" y="1186749"/>
                  </a:lnTo>
                  <a:lnTo>
                    <a:pt x="594360" y="1188720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60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lnTo>
                    <a:pt x="1970" y="545607"/>
                  </a:lnTo>
                  <a:lnTo>
                    <a:pt x="7778" y="497942"/>
                  </a:lnTo>
                  <a:lnTo>
                    <a:pt x="17271" y="451515"/>
                  </a:lnTo>
                  <a:lnTo>
                    <a:pt x="30297" y="406481"/>
                  </a:lnTo>
                  <a:lnTo>
                    <a:pt x="46702" y="362991"/>
                  </a:lnTo>
                  <a:lnTo>
                    <a:pt x="66334" y="321200"/>
                  </a:lnTo>
                  <a:lnTo>
                    <a:pt x="89039" y="281259"/>
                  </a:lnTo>
                  <a:lnTo>
                    <a:pt x="114665" y="243321"/>
                  </a:lnTo>
                  <a:lnTo>
                    <a:pt x="143060" y="207540"/>
                  </a:lnTo>
                  <a:lnTo>
                    <a:pt x="174069" y="174069"/>
                  </a:lnTo>
                  <a:lnTo>
                    <a:pt x="207540" y="143060"/>
                  </a:lnTo>
                  <a:lnTo>
                    <a:pt x="243321" y="114665"/>
                  </a:lnTo>
                  <a:lnTo>
                    <a:pt x="281259" y="89039"/>
                  </a:lnTo>
                  <a:lnTo>
                    <a:pt x="321200" y="66334"/>
                  </a:lnTo>
                  <a:lnTo>
                    <a:pt x="362991" y="46702"/>
                  </a:lnTo>
                  <a:lnTo>
                    <a:pt x="406481" y="30297"/>
                  </a:lnTo>
                  <a:lnTo>
                    <a:pt x="451515" y="17271"/>
                  </a:lnTo>
                  <a:lnTo>
                    <a:pt x="497942" y="7778"/>
                  </a:lnTo>
                  <a:lnTo>
                    <a:pt x="545607" y="1970"/>
                  </a:lnTo>
                  <a:lnTo>
                    <a:pt x="594360" y="0"/>
                  </a:lnTo>
                  <a:lnTo>
                    <a:pt x="643112" y="1970"/>
                  </a:lnTo>
                  <a:lnTo>
                    <a:pt x="690777" y="7778"/>
                  </a:lnTo>
                  <a:lnTo>
                    <a:pt x="737204" y="17271"/>
                  </a:lnTo>
                  <a:lnTo>
                    <a:pt x="782238" y="30297"/>
                  </a:lnTo>
                  <a:lnTo>
                    <a:pt x="825728" y="46702"/>
                  </a:lnTo>
                  <a:lnTo>
                    <a:pt x="867519" y="66334"/>
                  </a:lnTo>
                  <a:lnTo>
                    <a:pt x="907460" y="89039"/>
                  </a:lnTo>
                  <a:lnTo>
                    <a:pt x="945398" y="114665"/>
                  </a:lnTo>
                  <a:lnTo>
                    <a:pt x="981179" y="143060"/>
                  </a:lnTo>
                  <a:lnTo>
                    <a:pt x="1014650" y="174069"/>
                  </a:lnTo>
                  <a:lnTo>
                    <a:pt x="1045659" y="207540"/>
                  </a:lnTo>
                  <a:lnTo>
                    <a:pt x="1074054" y="243321"/>
                  </a:lnTo>
                  <a:lnTo>
                    <a:pt x="1099680" y="281259"/>
                  </a:lnTo>
                  <a:lnTo>
                    <a:pt x="1122385" y="321200"/>
                  </a:lnTo>
                  <a:lnTo>
                    <a:pt x="1142017" y="362991"/>
                  </a:lnTo>
                  <a:lnTo>
                    <a:pt x="1158422" y="406481"/>
                  </a:lnTo>
                  <a:lnTo>
                    <a:pt x="1171448" y="451515"/>
                  </a:lnTo>
                  <a:lnTo>
                    <a:pt x="1180941" y="497942"/>
                  </a:lnTo>
                  <a:lnTo>
                    <a:pt x="1186749" y="545607"/>
                  </a:lnTo>
                  <a:lnTo>
                    <a:pt x="1188720" y="594360"/>
                  </a:lnTo>
                  <a:lnTo>
                    <a:pt x="1186749" y="643112"/>
                  </a:lnTo>
                  <a:lnTo>
                    <a:pt x="1180941" y="690777"/>
                  </a:lnTo>
                  <a:lnTo>
                    <a:pt x="1171448" y="737204"/>
                  </a:lnTo>
                  <a:lnTo>
                    <a:pt x="1158422" y="782238"/>
                  </a:lnTo>
                  <a:lnTo>
                    <a:pt x="1142017" y="825728"/>
                  </a:lnTo>
                  <a:lnTo>
                    <a:pt x="1122385" y="867519"/>
                  </a:lnTo>
                  <a:lnTo>
                    <a:pt x="1099680" y="907460"/>
                  </a:lnTo>
                  <a:lnTo>
                    <a:pt x="1074054" y="945398"/>
                  </a:lnTo>
                  <a:lnTo>
                    <a:pt x="1045659" y="981179"/>
                  </a:lnTo>
                  <a:lnTo>
                    <a:pt x="1014650" y="1014650"/>
                  </a:lnTo>
                  <a:lnTo>
                    <a:pt x="981179" y="1045659"/>
                  </a:lnTo>
                  <a:lnTo>
                    <a:pt x="945398" y="1074054"/>
                  </a:lnTo>
                  <a:lnTo>
                    <a:pt x="907460" y="1099680"/>
                  </a:lnTo>
                  <a:lnTo>
                    <a:pt x="867519" y="1122385"/>
                  </a:lnTo>
                  <a:lnTo>
                    <a:pt x="825728" y="1142017"/>
                  </a:lnTo>
                  <a:lnTo>
                    <a:pt x="782238" y="1158422"/>
                  </a:lnTo>
                  <a:lnTo>
                    <a:pt x="737204" y="1171448"/>
                  </a:lnTo>
                  <a:lnTo>
                    <a:pt x="690777" y="1180941"/>
                  </a:lnTo>
                  <a:lnTo>
                    <a:pt x="643112" y="1186749"/>
                  </a:lnTo>
                  <a:lnTo>
                    <a:pt x="594360" y="1188720"/>
                  </a:lnTo>
                  <a:lnTo>
                    <a:pt x="545607" y="1186749"/>
                  </a:lnTo>
                  <a:lnTo>
                    <a:pt x="497942" y="1180941"/>
                  </a:lnTo>
                  <a:lnTo>
                    <a:pt x="451515" y="1171448"/>
                  </a:lnTo>
                  <a:lnTo>
                    <a:pt x="406481" y="1158422"/>
                  </a:lnTo>
                  <a:lnTo>
                    <a:pt x="362991" y="1142017"/>
                  </a:lnTo>
                  <a:lnTo>
                    <a:pt x="321200" y="1122385"/>
                  </a:lnTo>
                  <a:lnTo>
                    <a:pt x="281259" y="1099680"/>
                  </a:lnTo>
                  <a:lnTo>
                    <a:pt x="243321" y="1074054"/>
                  </a:lnTo>
                  <a:lnTo>
                    <a:pt x="207540" y="1045659"/>
                  </a:lnTo>
                  <a:lnTo>
                    <a:pt x="174069" y="1014650"/>
                  </a:lnTo>
                  <a:lnTo>
                    <a:pt x="143060" y="981179"/>
                  </a:lnTo>
                  <a:lnTo>
                    <a:pt x="114665" y="945398"/>
                  </a:lnTo>
                  <a:lnTo>
                    <a:pt x="89039" y="907460"/>
                  </a:lnTo>
                  <a:lnTo>
                    <a:pt x="66334" y="867519"/>
                  </a:lnTo>
                  <a:lnTo>
                    <a:pt x="46702" y="825728"/>
                  </a:lnTo>
                  <a:lnTo>
                    <a:pt x="30297" y="782238"/>
                  </a:lnTo>
                  <a:lnTo>
                    <a:pt x="17271" y="737204"/>
                  </a:lnTo>
                  <a:lnTo>
                    <a:pt x="7778" y="690777"/>
                  </a:lnTo>
                  <a:lnTo>
                    <a:pt x="1970" y="643112"/>
                  </a:lnTo>
                  <a:lnTo>
                    <a:pt x="0" y="594360"/>
                  </a:lnTo>
                  <a:close/>
                </a:path>
              </a:pathLst>
            </a:custGeom>
            <a:ln w="12699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preencoded.png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081259" y="2948939"/>
              <a:ext cx="594359" cy="5943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09380" y="2422144"/>
            <a:ext cx="1732280" cy="1692910"/>
          </a:xfrm>
          <a:custGeom>
            <a:avLst/>
            <a:gdLst/>
            <a:ahLst/>
            <a:cxnLst/>
            <a:rect l="l" t="t" r="r" b="b"/>
            <a:pathLst>
              <a:path w="1732279" h="1692910">
                <a:moveTo>
                  <a:pt x="866140" y="0"/>
                </a:moveTo>
                <a:lnTo>
                  <a:pt x="816985" y="1339"/>
                </a:lnTo>
                <a:lnTo>
                  <a:pt x="768550" y="5312"/>
                </a:lnTo>
                <a:lnTo>
                  <a:pt x="720908" y="11844"/>
                </a:lnTo>
                <a:lnTo>
                  <a:pt x="674132" y="20867"/>
                </a:lnTo>
                <a:lnTo>
                  <a:pt x="628296" y="32306"/>
                </a:lnTo>
                <a:lnTo>
                  <a:pt x="583472" y="46093"/>
                </a:lnTo>
                <a:lnTo>
                  <a:pt x="539733" y="62153"/>
                </a:lnTo>
                <a:lnTo>
                  <a:pt x="497153" y="80418"/>
                </a:lnTo>
                <a:lnTo>
                  <a:pt x="455804" y="100814"/>
                </a:lnTo>
                <a:lnTo>
                  <a:pt x="415760" y="123270"/>
                </a:lnTo>
                <a:lnTo>
                  <a:pt x="377094" y="147715"/>
                </a:lnTo>
                <a:lnTo>
                  <a:pt x="339878" y="174078"/>
                </a:lnTo>
                <a:lnTo>
                  <a:pt x="304186" y="202286"/>
                </a:lnTo>
                <a:lnTo>
                  <a:pt x="270092" y="232269"/>
                </a:lnTo>
                <a:lnTo>
                  <a:pt x="237667" y="263955"/>
                </a:lnTo>
                <a:lnTo>
                  <a:pt x="206986" y="297272"/>
                </a:lnTo>
                <a:lnTo>
                  <a:pt x="178120" y="332149"/>
                </a:lnTo>
                <a:lnTo>
                  <a:pt x="151144" y="368514"/>
                </a:lnTo>
                <a:lnTo>
                  <a:pt x="126130" y="406297"/>
                </a:lnTo>
                <a:lnTo>
                  <a:pt x="103152" y="445425"/>
                </a:lnTo>
                <a:lnTo>
                  <a:pt x="82282" y="485827"/>
                </a:lnTo>
                <a:lnTo>
                  <a:pt x="63594" y="527431"/>
                </a:lnTo>
                <a:lnTo>
                  <a:pt x="47161" y="570167"/>
                </a:lnTo>
                <a:lnTo>
                  <a:pt x="33055" y="613962"/>
                </a:lnTo>
                <a:lnTo>
                  <a:pt x="21350" y="658745"/>
                </a:lnTo>
                <a:lnTo>
                  <a:pt x="12119" y="704444"/>
                </a:lnTo>
                <a:lnTo>
                  <a:pt x="5434" y="750989"/>
                </a:lnTo>
                <a:lnTo>
                  <a:pt x="1370" y="798307"/>
                </a:lnTo>
                <a:lnTo>
                  <a:pt x="0" y="846327"/>
                </a:lnTo>
                <a:lnTo>
                  <a:pt x="1370" y="894348"/>
                </a:lnTo>
                <a:lnTo>
                  <a:pt x="5434" y="941666"/>
                </a:lnTo>
                <a:lnTo>
                  <a:pt x="12119" y="988211"/>
                </a:lnTo>
                <a:lnTo>
                  <a:pt x="21350" y="1033910"/>
                </a:lnTo>
                <a:lnTo>
                  <a:pt x="33055" y="1078693"/>
                </a:lnTo>
                <a:lnTo>
                  <a:pt x="47161" y="1122488"/>
                </a:lnTo>
                <a:lnTo>
                  <a:pt x="63594" y="1165224"/>
                </a:lnTo>
                <a:lnTo>
                  <a:pt x="82282" y="1206828"/>
                </a:lnTo>
                <a:lnTo>
                  <a:pt x="103152" y="1247230"/>
                </a:lnTo>
                <a:lnTo>
                  <a:pt x="126130" y="1286358"/>
                </a:lnTo>
                <a:lnTo>
                  <a:pt x="151144" y="1324141"/>
                </a:lnTo>
                <a:lnTo>
                  <a:pt x="178120" y="1360506"/>
                </a:lnTo>
                <a:lnTo>
                  <a:pt x="206986" y="1395383"/>
                </a:lnTo>
                <a:lnTo>
                  <a:pt x="237667" y="1428700"/>
                </a:lnTo>
                <a:lnTo>
                  <a:pt x="270092" y="1460386"/>
                </a:lnTo>
                <a:lnTo>
                  <a:pt x="304186" y="1490369"/>
                </a:lnTo>
                <a:lnTo>
                  <a:pt x="339878" y="1518577"/>
                </a:lnTo>
                <a:lnTo>
                  <a:pt x="377094" y="1544940"/>
                </a:lnTo>
                <a:lnTo>
                  <a:pt x="415760" y="1569385"/>
                </a:lnTo>
                <a:lnTo>
                  <a:pt x="455804" y="1591841"/>
                </a:lnTo>
                <a:lnTo>
                  <a:pt x="497153" y="1612237"/>
                </a:lnTo>
                <a:lnTo>
                  <a:pt x="539733" y="1630502"/>
                </a:lnTo>
                <a:lnTo>
                  <a:pt x="583472" y="1646562"/>
                </a:lnTo>
                <a:lnTo>
                  <a:pt x="628296" y="1660349"/>
                </a:lnTo>
                <a:lnTo>
                  <a:pt x="674132" y="1671788"/>
                </a:lnTo>
                <a:lnTo>
                  <a:pt x="720908" y="1680811"/>
                </a:lnTo>
                <a:lnTo>
                  <a:pt x="768550" y="1687343"/>
                </a:lnTo>
                <a:lnTo>
                  <a:pt x="816985" y="1691316"/>
                </a:lnTo>
                <a:lnTo>
                  <a:pt x="866140" y="1692655"/>
                </a:lnTo>
                <a:lnTo>
                  <a:pt x="915294" y="1691316"/>
                </a:lnTo>
                <a:lnTo>
                  <a:pt x="963729" y="1687343"/>
                </a:lnTo>
                <a:lnTo>
                  <a:pt x="1011371" y="1680811"/>
                </a:lnTo>
                <a:lnTo>
                  <a:pt x="1058147" y="1671788"/>
                </a:lnTo>
                <a:lnTo>
                  <a:pt x="1103983" y="1660349"/>
                </a:lnTo>
                <a:lnTo>
                  <a:pt x="1148807" y="1646562"/>
                </a:lnTo>
                <a:lnTo>
                  <a:pt x="1192546" y="1630502"/>
                </a:lnTo>
                <a:lnTo>
                  <a:pt x="1235126" y="1612237"/>
                </a:lnTo>
                <a:lnTo>
                  <a:pt x="1276475" y="1591841"/>
                </a:lnTo>
                <a:lnTo>
                  <a:pt x="1316519" y="1569385"/>
                </a:lnTo>
                <a:lnTo>
                  <a:pt x="1355185" y="1544940"/>
                </a:lnTo>
                <a:lnTo>
                  <a:pt x="1392401" y="1518577"/>
                </a:lnTo>
                <a:lnTo>
                  <a:pt x="1428093" y="1490369"/>
                </a:lnTo>
                <a:lnTo>
                  <a:pt x="1462187" y="1460386"/>
                </a:lnTo>
                <a:lnTo>
                  <a:pt x="1494612" y="1428700"/>
                </a:lnTo>
                <a:lnTo>
                  <a:pt x="1525293" y="1395383"/>
                </a:lnTo>
                <a:lnTo>
                  <a:pt x="1554159" y="1360506"/>
                </a:lnTo>
                <a:lnTo>
                  <a:pt x="1581135" y="1324141"/>
                </a:lnTo>
                <a:lnTo>
                  <a:pt x="1606149" y="1286358"/>
                </a:lnTo>
                <a:lnTo>
                  <a:pt x="1629127" y="1247230"/>
                </a:lnTo>
                <a:lnTo>
                  <a:pt x="1649997" y="1206828"/>
                </a:lnTo>
                <a:lnTo>
                  <a:pt x="1668685" y="1165224"/>
                </a:lnTo>
                <a:lnTo>
                  <a:pt x="1685118" y="1122488"/>
                </a:lnTo>
                <a:lnTo>
                  <a:pt x="1699224" y="1078693"/>
                </a:lnTo>
                <a:lnTo>
                  <a:pt x="1710929" y="1033910"/>
                </a:lnTo>
                <a:lnTo>
                  <a:pt x="1720160" y="988211"/>
                </a:lnTo>
                <a:lnTo>
                  <a:pt x="1726845" y="941666"/>
                </a:lnTo>
                <a:lnTo>
                  <a:pt x="1730909" y="894348"/>
                </a:lnTo>
                <a:lnTo>
                  <a:pt x="1732279" y="846327"/>
                </a:lnTo>
                <a:lnTo>
                  <a:pt x="1730909" y="798307"/>
                </a:lnTo>
                <a:lnTo>
                  <a:pt x="1726845" y="750989"/>
                </a:lnTo>
                <a:lnTo>
                  <a:pt x="1720160" y="704444"/>
                </a:lnTo>
                <a:lnTo>
                  <a:pt x="1710929" y="658745"/>
                </a:lnTo>
                <a:lnTo>
                  <a:pt x="1699224" y="613962"/>
                </a:lnTo>
                <a:lnTo>
                  <a:pt x="1685118" y="570167"/>
                </a:lnTo>
                <a:lnTo>
                  <a:pt x="1668685" y="527431"/>
                </a:lnTo>
                <a:lnTo>
                  <a:pt x="1649997" y="485827"/>
                </a:lnTo>
                <a:lnTo>
                  <a:pt x="1629127" y="445425"/>
                </a:lnTo>
                <a:lnTo>
                  <a:pt x="1606149" y="406297"/>
                </a:lnTo>
                <a:lnTo>
                  <a:pt x="1581135" y="368514"/>
                </a:lnTo>
                <a:lnTo>
                  <a:pt x="1554159" y="332149"/>
                </a:lnTo>
                <a:lnTo>
                  <a:pt x="1525293" y="297272"/>
                </a:lnTo>
                <a:lnTo>
                  <a:pt x="1494612" y="263955"/>
                </a:lnTo>
                <a:lnTo>
                  <a:pt x="1462187" y="232269"/>
                </a:lnTo>
                <a:lnTo>
                  <a:pt x="1428093" y="202286"/>
                </a:lnTo>
                <a:lnTo>
                  <a:pt x="1392401" y="174078"/>
                </a:lnTo>
                <a:lnTo>
                  <a:pt x="1355185" y="147715"/>
                </a:lnTo>
                <a:lnTo>
                  <a:pt x="1316519" y="123270"/>
                </a:lnTo>
                <a:lnTo>
                  <a:pt x="1276475" y="100814"/>
                </a:lnTo>
                <a:lnTo>
                  <a:pt x="1235126" y="80418"/>
                </a:lnTo>
                <a:lnTo>
                  <a:pt x="1192546" y="62153"/>
                </a:lnTo>
                <a:lnTo>
                  <a:pt x="1148807" y="46093"/>
                </a:lnTo>
                <a:lnTo>
                  <a:pt x="1103983" y="32306"/>
                </a:lnTo>
                <a:lnTo>
                  <a:pt x="1058147" y="20867"/>
                </a:lnTo>
                <a:lnTo>
                  <a:pt x="1011371" y="11844"/>
                </a:lnTo>
                <a:lnTo>
                  <a:pt x="963729" y="5312"/>
                </a:lnTo>
                <a:lnTo>
                  <a:pt x="915294" y="1339"/>
                </a:lnTo>
                <a:lnTo>
                  <a:pt x="86614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06059" y="2351023"/>
            <a:ext cx="1732280" cy="1692910"/>
          </a:xfrm>
          <a:custGeom>
            <a:avLst/>
            <a:gdLst/>
            <a:ahLst/>
            <a:cxnLst/>
            <a:rect l="l" t="t" r="r" b="b"/>
            <a:pathLst>
              <a:path w="1732279" h="1692910">
                <a:moveTo>
                  <a:pt x="866139" y="0"/>
                </a:moveTo>
                <a:lnTo>
                  <a:pt x="816985" y="1339"/>
                </a:lnTo>
                <a:lnTo>
                  <a:pt x="768550" y="5312"/>
                </a:lnTo>
                <a:lnTo>
                  <a:pt x="720908" y="11844"/>
                </a:lnTo>
                <a:lnTo>
                  <a:pt x="674132" y="20867"/>
                </a:lnTo>
                <a:lnTo>
                  <a:pt x="628296" y="32306"/>
                </a:lnTo>
                <a:lnTo>
                  <a:pt x="583472" y="46093"/>
                </a:lnTo>
                <a:lnTo>
                  <a:pt x="539733" y="62153"/>
                </a:lnTo>
                <a:lnTo>
                  <a:pt x="497153" y="80418"/>
                </a:lnTo>
                <a:lnTo>
                  <a:pt x="455804" y="100814"/>
                </a:lnTo>
                <a:lnTo>
                  <a:pt x="415760" y="123270"/>
                </a:lnTo>
                <a:lnTo>
                  <a:pt x="377094" y="147715"/>
                </a:lnTo>
                <a:lnTo>
                  <a:pt x="339878" y="174078"/>
                </a:lnTo>
                <a:lnTo>
                  <a:pt x="304186" y="202286"/>
                </a:lnTo>
                <a:lnTo>
                  <a:pt x="270092" y="232269"/>
                </a:lnTo>
                <a:lnTo>
                  <a:pt x="237667" y="263955"/>
                </a:lnTo>
                <a:lnTo>
                  <a:pt x="206986" y="297272"/>
                </a:lnTo>
                <a:lnTo>
                  <a:pt x="178120" y="332149"/>
                </a:lnTo>
                <a:lnTo>
                  <a:pt x="151144" y="368514"/>
                </a:lnTo>
                <a:lnTo>
                  <a:pt x="126130" y="406297"/>
                </a:lnTo>
                <a:lnTo>
                  <a:pt x="103152" y="445425"/>
                </a:lnTo>
                <a:lnTo>
                  <a:pt x="82282" y="485827"/>
                </a:lnTo>
                <a:lnTo>
                  <a:pt x="63594" y="527431"/>
                </a:lnTo>
                <a:lnTo>
                  <a:pt x="47161" y="570167"/>
                </a:lnTo>
                <a:lnTo>
                  <a:pt x="33055" y="613962"/>
                </a:lnTo>
                <a:lnTo>
                  <a:pt x="21350" y="658745"/>
                </a:lnTo>
                <a:lnTo>
                  <a:pt x="12119" y="704444"/>
                </a:lnTo>
                <a:lnTo>
                  <a:pt x="5434" y="750989"/>
                </a:lnTo>
                <a:lnTo>
                  <a:pt x="1370" y="798307"/>
                </a:lnTo>
                <a:lnTo>
                  <a:pt x="0" y="846327"/>
                </a:lnTo>
                <a:lnTo>
                  <a:pt x="1370" y="894348"/>
                </a:lnTo>
                <a:lnTo>
                  <a:pt x="5434" y="941666"/>
                </a:lnTo>
                <a:lnTo>
                  <a:pt x="12119" y="988211"/>
                </a:lnTo>
                <a:lnTo>
                  <a:pt x="21350" y="1033910"/>
                </a:lnTo>
                <a:lnTo>
                  <a:pt x="33055" y="1078693"/>
                </a:lnTo>
                <a:lnTo>
                  <a:pt x="47161" y="1122488"/>
                </a:lnTo>
                <a:lnTo>
                  <a:pt x="63594" y="1165224"/>
                </a:lnTo>
                <a:lnTo>
                  <a:pt x="82282" y="1206828"/>
                </a:lnTo>
                <a:lnTo>
                  <a:pt x="103152" y="1247230"/>
                </a:lnTo>
                <a:lnTo>
                  <a:pt x="126130" y="1286358"/>
                </a:lnTo>
                <a:lnTo>
                  <a:pt x="151144" y="1324141"/>
                </a:lnTo>
                <a:lnTo>
                  <a:pt x="178120" y="1360506"/>
                </a:lnTo>
                <a:lnTo>
                  <a:pt x="206986" y="1395383"/>
                </a:lnTo>
                <a:lnTo>
                  <a:pt x="237667" y="1428700"/>
                </a:lnTo>
                <a:lnTo>
                  <a:pt x="270092" y="1460386"/>
                </a:lnTo>
                <a:lnTo>
                  <a:pt x="304186" y="1490369"/>
                </a:lnTo>
                <a:lnTo>
                  <a:pt x="339878" y="1518577"/>
                </a:lnTo>
                <a:lnTo>
                  <a:pt x="377094" y="1544940"/>
                </a:lnTo>
                <a:lnTo>
                  <a:pt x="415760" y="1569385"/>
                </a:lnTo>
                <a:lnTo>
                  <a:pt x="455804" y="1591841"/>
                </a:lnTo>
                <a:lnTo>
                  <a:pt x="497153" y="1612237"/>
                </a:lnTo>
                <a:lnTo>
                  <a:pt x="539733" y="1630502"/>
                </a:lnTo>
                <a:lnTo>
                  <a:pt x="583472" y="1646562"/>
                </a:lnTo>
                <a:lnTo>
                  <a:pt x="628296" y="1660349"/>
                </a:lnTo>
                <a:lnTo>
                  <a:pt x="674132" y="1671788"/>
                </a:lnTo>
                <a:lnTo>
                  <a:pt x="720908" y="1680811"/>
                </a:lnTo>
                <a:lnTo>
                  <a:pt x="768550" y="1687343"/>
                </a:lnTo>
                <a:lnTo>
                  <a:pt x="816985" y="1691316"/>
                </a:lnTo>
                <a:lnTo>
                  <a:pt x="866139" y="1692656"/>
                </a:lnTo>
                <a:lnTo>
                  <a:pt x="915294" y="1691316"/>
                </a:lnTo>
                <a:lnTo>
                  <a:pt x="963729" y="1687343"/>
                </a:lnTo>
                <a:lnTo>
                  <a:pt x="1011371" y="1680811"/>
                </a:lnTo>
                <a:lnTo>
                  <a:pt x="1058147" y="1671788"/>
                </a:lnTo>
                <a:lnTo>
                  <a:pt x="1103983" y="1660349"/>
                </a:lnTo>
                <a:lnTo>
                  <a:pt x="1148807" y="1646562"/>
                </a:lnTo>
                <a:lnTo>
                  <a:pt x="1192546" y="1630502"/>
                </a:lnTo>
                <a:lnTo>
                  <a:pt x="1235126" y="1612237"/>
                </a:lnTo>
                <a:lnTo>
                  <a:pt x="1276475" y="1591841"/>
                </a:lnTo>
                <a:lnTo>
                  <a:pt x="1316519" y="1569385"/>
                </a:lnTo>
                <a:lnTo>
                  <a:pt x="1355185" y="1544940"/>
                </a:lnTo>
                <a:lnTo>
                  <a:pt x="1392401" y="1518577"/>
                </a:lnTo>
                <a:lnTo>
                  <a:pt x="1428093" y="1490369"/>
                </a:lnTo>
                <a:lnTo>
                  <a:pt x="1462187" y="1460386"/>
                </a:lnTo>
                <a:lnTo>
                  <a:pt x="1494612" y="1428700"/>
                </a:lnTo>
                <a:lnTo>
                  <a:pt x="1525293" y="1395383"/>
                </a:lnTo>
                <a:lnTo>
                  <a:pt x="1554159" y="1360506"/>
                </a:lnTo>
                <a:lnTo>
                  <a:pt x="1581135" y="1324141"/>
                </a:lnTo>
                <a:lnTo>
                  <a:pt x="1606149" y="1286358"/>
                </a:lnTo>
                <a:lnTo>
                  <a:pt x="1629127" y="1247230"/>
                </a:lnTo>
                <a:lnTo>
                  <a:pt x="1649997" y="1206828"/>
                </a:lnTo>
                <a:lnTo>
                  <a:pt x="1668685" y="1165224"/>
                </a:lnTo>
                <a:lnTo>
                  <a:pt x="1685118" y="1122488"/>
                </a:lnTo>
                <a:lnTo>
                  <a:pt x="1699224" y="1078693"/>
                </a:lnTo>
                <a:lnTo>
                  <a:pt x="1710929" y="1033910"/>
                </a:lnTo>
                <a:lnTo>
                  <a:pt x="1720160" y="988211"/>
                </a:lnTo>
                <a:lnTo>
                  <a:pt x="1726845" y="941666"/>
                </a:lnTo>
                <a:lnTo>
                  <a:pt x="1730909" y="894348"/>
                </a:lnTo>
                <a:lnTo>
                  <a:pt x="1732280" y="846327"/>
                </a:lnTo>
                <a:lnTo>
                  <a:pt x="1730909" y="798307"/>
                </a:lnTo>
                <a:lnTo>
                  <a:pt x="1726845" y="750989"/>
                </a:lnTo>
                <a:lnTo>
                  <a:pt x="1720160" y="704444"/>
                </a:lnTo>
                <a:lnTo>
                  <a:pt x="1710929" y="658745"/>
                </a:lnTo>
                <a:lnTo>
                  <a:pt x="1699224" y="613962"/>
                </a:lnTo>
                <a:lnTo>
                  <a:pt x="1685118" y="570167"/>
                </a:lnTo>
                <a:lnTo>
                  <a:pt x="1668685" y="527431"/>
                </a:lnTo>
                <a:lnTo>
                  <a:pt x="1649997" y="485827"/>
                </a:lnTo>
                <a:lnTo>
                  <a:pt x="1629127" y="445425"/>
                </a:lnTo>
                <a:lnTo>
                  <a:pt x="1606149" y="406297"/>
                </a:lnTo>
                <a:lnTo>
                  <a:pt x="1581135" y="368514"/>
                </a:lnTo>
                <a:lnTo>
                  <a:pt x="1554159" y="332149"/>
                </a:lnTo>
                <a:lnTo>
                  <a:pt x="1525293" y="297272"/>
                </a:lnTo>
                <a:lnTo>
                  <a:pt x="1494612" y="263955"/>
                </a:lnTo>
                <a:lnTo>
                  <a:pt x="1462187" y="232269"/>
                </a:lnTo>
                <a:lnTo>
                  <a:pt x="1428093" y="202286"/>
                </a:lnTo>
                <a:lnTo>
                  <a:pt x="1392401" y="174078"/>
                </a:lnTo>
                <a:lnTo>
                  <a:pt x="1355185" y="147715"/>
                </a:lnTo>
                <a:lnTo>
                  <a:pt x="1316519" y="123270"/>
                </a:lnTo>
                <a:lnTo>
                  <a:pt x="1276475" y="100814"/>
                </a:lnTo>
                <a:lnTo>
                  <a:pt x="1235126" y="80418"/>
                </a:lnTo>
                <a:lnTo>
                  <a:pt x="1192546" y="62153"/>
                </a:lnTo>
                <a:lnTo>
                  <a:pt x="1148807" y="46093"/>
                </a:lnTo>
                <a:lnTo>
                  <a:pt x="1103983" y="32306"/>
                </a:lnTo>
                <a:lnTo>
                  <a:pt x="1058147" y="20867"/>
                </a:lnTo>
                <a:lnTo>
                  <a:pt x="1011371" y="11844"/>
                </a:lnTo>
                <a:lnTo>
                  <a:pt x="963729" y="5312"/>
                </a:lnTo>
                <a:lnTo>
                  <a:pt x="915294" y="1339"/>
                </a:lnTo>
                <a:lnTo>
                  <a:pt x="866139" y="0"/>
                </a:lnTo>
                <a:close/>
              </a:path>
            </a:pathLst>
          </a:custGeom>
          <a:solidFill>
            <a:srgbClr val="2BD3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76324" y="2351023"/>
            <a:ext cx="1732280" cy="1692910"/>
            <a:chOff x="1576324" y="2351023"/>
            <a:chExt cx="1732280" cy="1692910"/>
          </a:xfrm>
        </p:grpSpPr>
        <p:sp>
          <p:nvSpPr>
            <p:cNvPr id="5" name="object 5"/>
            <p:cNvSpPr/>
            <p:nvPr/>
          </p:nvSpPr>
          <p:spPr>
            <a:xfrm>
              <a:off x="1576324" y="2351023"/>
              <a:ext cx="1732280" cy="1692910"/>
            </a:xfrm>
            <a:custGeom>
              <a:avLst/>
              <a:gdLst/>
              <a:ahLst/>
              <a:cxnLst/>
              <a:rect l="l" t="t" r="r" b="b"/>
              <a:pathLst>
                <a:path w="1732279" h="1692910">
                  <a:moveTo>
                    <a:pt x="866139" y="0"/>
                  </a:moveTo>
                  <a:lnTo>
                    <a:pt x="816985" y="1339"/>
                  </a:lnTo>
                  <a:lnTo>
                    <a:pt x="768550" y="5312"/>
                  </a:lnTo>
                  <a:lnTo>
                    <a:pt x="720908" y="11844"/>
                  </a:lnTo>
                  <a:lnTo>
                    <a:pt x="674132" y="20867"/>
                  </a:lnTo>
                  <a:lnTo>
                    <a:pt x="628296" y="32306"/>
                  </a:lnTo>
                  <a:lnTo>
                    <a:pt x="583472" y="46093"/>
                  </a:lnTo>
                  <a:lnTo>
                    <a:pt x="539733" y="62153"/>
                  </a:lnTo>
                  <a:lnTo>
                    <a:pt x="497153" y="80418"/>
                  </a:lnTo>
                  <a:lnTo>
                    <a:pt x="455804" y="100814"/>
                  </a:lnTo>
                  <a:lnTo>
                    <a:pt x="415760" y="123270"/>
                  </a:lnTo>
                  <a:lnTo>
                    <a:pt x="377094" y="147715"/>
                  </a:lnTo>
                  <a:lnTo>
                    <a:pt x="339878" y="174078"/>
                  </a:lnTo>
                  <a:lnTo>
                    <a:pt x="304186" y="202286"/>
                  </a:lnTo>
                  <a:lnTo>
                    <a:pt x="270092" y="232269"/>
                  </a:lnTo>
                  <a:lnTo>
                    <a:pt x="237667" y="263955"/>
                  </a:lnTo>
                  <a:lnTo>
                    <a:pt x="206986" y="297272"/>
                  </a:lnTo>
                  <a:lnTo>
                    <a:pt x="178120" y="332149"/>
                  </a:lnTo>
                  <a:lnTo>
                    <a:pt x="151144" y="368514"/>
                  </a:lnTo>
                  <a:lnTo>
                    <a:pt x="126130" y="406297"/>
                  </a:lnTo>
                  <a:lnTo>
                    <a:pt x="103152" y="445425"/>
                  </a:lnTo>
                  <a:lnTo>
                    <a:pt x="82282" y="485827"/>
                  </a:lnTo>
                  <a:lnTo>
                    <a:pt x="63594" y="527431"/>
                  </a:lnTo>
                  <a:lnTo>
                    <a:pt x="47161" y="570167"/>
                  </a:lnTo>
                  <a:lnTo>
                    <a:pt x="33055" y="613962"/>
                  </a:lnTo>
                  <a:lnTo>
                    <a:pt x="21350" y="658745"/>
                  </a:lnTo>
                  <a:lnTo>
                    <a:pt x="12119" y="704444"/>
                  </a:lnTo>
                  <a:lnTo>
                    <a:pt x="5434" y="750989"/>
                  </a:lnTo>
                  <a:lnTo>
                    <a:pt x="1370" y="798307"/>
                  </a:lnTo>
                  <a:lnTo>
                    <a:pt x="0" y="846327"/>
                  </a:lnTo>
                  <a:lnTo>
                    <a:pt x="1370" y="894348"/>
                  </a:lnTo>
                  <a:lnTo>
                    <a:pt x="5434" y="941666"/>
                  </a:lnTo>
                  <a:lnTo>
                    <a:pt x="12119" y="988211"/>
                  </a:lnTo>
                  <a:lnTo>
                    <a:pt x="21350" y="1033910"/>
                  </a:lnTo>
                  <a:lnTo>
                    <a:pt x="33055" y="1078693"/>
                  </a:lnTo>
                  <a:lnTo>
                    <a:pt x="47161" y="1122488"/>
                  </a:lnTo>
                  <a:lnTo>
                    <a:pt x="63594" y="1165224"/>
                  </a:lnTo>
                  <a:lnTo>
                    <a:pt x="82282" y="1206828"/>
                  </a:lnTo>
                  <a:lnTo>
                    <a:pt x="103152" y="1247230"/>
                  </a:lnTo>
                  <a:lnTo>
                    <a:pt x="126130" y="1286358"/>
                  </a:lnTo>
                  <a:lnTo>
                    <a:pt x="151144" y="1324141"/>
                  </a:lnTo>
                  <a:lnTo>
                    <a:pt x="178120" y="1360506"/>
                  </a:lnTo>
                  <a:lnTo>
                    <a:pt x="206986" y="1395383"/>
                  </a:lnTo>
                  <a:lnTo>
                    <a:pt x="237667" y="1428700"/>
                  </a:lnTo>
                  <a:lnTo>
                    <a:pt x="270092" y="1460386"/>
                  </a:lnTo>
                  <a:lnTo>
                    <a:pt x="304186" y="1490369"/>
                  </a:lnTo>
                  <a:lnTo>
                    <a:pt x="339878" y="1518577"/>
                  </a:lnTo>
                  <a:lnTo>
                    <a:pt x="377094" y="1544940"/>
                  </a:lnTo>
                  <a:lnTo>
                    <a:pt x="415760" y="1569385"/>
                  </a:lnTo>
                  <a:lnTo>
                    <a:pt x="455804" y="1591841"/>
                  </a:lnTo>
                  <a:lnTo>
                    <a:pt x="497153" y="1612237"/>
                  </a:lnTo>
                  <a:lnTo>
                    <a:pt x="539733" y="1630502"/>
                  </a:lnTo>
                  <a:lnTo>
                    <a:pt x="583472" y="1646562"/>
                  </a:lnTo>
                  <a:lnTo>
                    <a:pt x="628296" y="1660349"/>
                  </a:lnTo>
                  <a:lnTo>
                    <a:pt x="674132" y="1671788"/>
                  </a:lnTo>
                  <a:lnTo>
                    <a:pt x="720908" y="1680811"/>
                  </a:lnTo>
                  <a:lnTo>
                    <a:pt x="768550" y="1687343"/>
                  </a:lnTo>
                  <a:lnTo>
                    <a:pt x="816985" y="1691316"/>
                  </a:lnTo>
                  <a:lnTo>
                    <a:pt x="866139" y="1692656"/>
                  </a:lnTo>
                  <a:lnTo>
                    <a:pt x="915294" y="1691316"/>
                  </a:lnTo>
                  <a:lnTo>
                    <a:pt x="963729" y="1687343"/>
                  </a:lnTo>
                  <a:lnTo>
                    <a:pt x="1011371" y="1680811"/>
                  </a:lnTo>
                  <a:lnTo>
                    <a:pt x="1058147" y="1671788"/>
                  </a:lnTo>
                  <a:lnTo>
                    <a:pt x="1103983" y="1660349"/>
                  </a:lnTo>
                  <a:lnTo>
                    <a:pt x="1148807" y="1646562"/>
                  </a:lnTo>
                  <a:lnTo>
                    <a:pt x="1192546" y="1630502"/>
                  </a:lnTo>
                  <a:lnTo>
                    <a:pt x="1235126" y="1612237"/>
                  </a:lnTo>
                  <a:lnTo>
                    <a:pt x="1276475" y="1591841"/>
                  </a:lnTo>
                  <a:lnTo>
                    <a:pt x="1316519" y="1569385"/>
                  </a:lnTo>
                  <a:lnTo>
                    <a:pt x="1355185" y="1544940"/>
                  </a:lnTo>
                  <a:lnTo>
                    <a:pt x="1392401" y="1518577"/>
                  </a:lnTo>
                  <a:lnTo>
                    <a:pt x="1428093" y="1490369"/>
                  </a:lnTo>
                  <a:lnTo>
                    <a:pt x="1462187" y="1460386"/>
                  </a:lnTo>
                  <a:lnTo>
                    <a:pt x="1494612" y="1428700"/>
                  </a:lnTo>
                  <a:lnTo>
                    <a:pt x="1525293" y="1395383"/>
                  </a:lnTo>
                  <a:lnTo>
                    <a:pt x="1554159" y="1360506"/>
                  </a:lnTo>
                  <a:lnTo>
                    <a:pt x="1581135" y="1324141"/>
                  </a:lnTo>
                  <a:lnTo>
                    <a:pt x="1606149" y="1286358"/>
                  </a:lnTo>
                  <a:lnTo>
                    <a:pt x="1629127" y="1247230"/>
                  </a:lnTo>
                  <a:lnTo>
                    <a:pt x="1649997" y="1206828"/>
                  </a:lnTo>
                  <a:lnTo>
                    <a:pt x="1668685" y="1165224"/>
                  </a:lnTo>
                  <a:lnTo>
                    <a:pt x="1685118" y="1122488"/>
                  </a:lnTo>
                  <a:lnTo>
                    <a:pt x="1699224" y="1078693"/>
                  </a:lnTo>
                  <a:lnTo>
                    <a:pt x="1710929" y="1033910"/>
                  </a:lnTo>
                  <a:lnTo>
                    <a:pt x="1720160" y="988211"/>
                  </a:lnTo>
                  <a:lnTo>
                    <a:pt x="1726845" y="941666"/>
                  </a:lnTo>
                  <a:lnTo>
                    <a:pt x="1730909" y="894348"/>
                  </a:lnTo>
                  <a:lnTo>
                    <a:pt x="1732279" y="846327"/>
                  </a:lnTo>
                  <a:lnTo>
                    <a:pt x="1730909" y="798307"/>
                  </a:lnTo>
                  <a:lnTo>
                    <a:pt x="1726845" y="750989"/>
                  </a:lnTo>
                  <a:lnTo>
                    <a:pt x="1720160" y="704444"/>
                  </a:lnTo>
                  <a:lnTo>
                    <a:pt x="1710929" y="658745"/>
                  </a:lnTo>
                  <a:lnTo>
                    <a:pt x="1699224" y="613962"/>
                  </a:lnTo>
                  <a:lnTo>
                    <a:pt x="1685118" y="570167"/>
                  </a:lnTo>
                  <a:lnTo>
                    <a:pt x="1668685" y="527431"/>
                  </a:lnTo>
                  <a:lnTo>
                    <a:pt x="1649997" y="485827"/>
                  </a:lnTo>
                  <a:lnTo>
                    <a:pt x="1629127" y="445425"/>
                  </a:lnTo>
                  <a:lnTo>
                    <a:pt x="1606149" y="406297"/>
                  </a:lnTo>
                  <a:lnTo>
                    <a:pt x="1581135" y="368514"/>
                  </a:lnTo>
                  <a:lnTo>
                    <a:pt x="1554159" y="332149"/>
                  </a:lnTo>
                  <a:lnTo>
                    <a:pt x="1525293" y="297272"/>
                  </a:lnTo>
                  <a:lnTo>
                    <a:pt x="1494612" y="263955"/>
                  </a:lnTo>
                  <a:lnTo>
                    <a:pt x="1462187" y="232269"/>
                  </a:lnTo>
                  <a:lnTo>
                    <a:pt x="1428093" y="202286"/>
                  </a:lnTo>
                  <a:lnTo>
                    <a:pt x="1392401" y="174078"/>
                  </a:lnTo>
                  <a:lnTo>
                    <a:pt x="1355185" y="147715"/>
                  </a:lnTo>
                  <a:lnTo>
                    <a:pt x="1316519" y="123270"/>
                  </a:lnTo>
                  <a:lnTo>
                    <a:pt x="1276475" y="100814"/>
                  </a:lnTo>
                  <a:lnTo>
                    <a:pt x="1235126" y="80418"/>
                  </a:lnTo>
                  <a:lnTo>
                    <a:pt x="1192546" y="62153"/>
                  </a:lnTo>
                  <a:lnTo>
                    <a:pt x="1148807" y="46093"/>
                  </a:lnTo>
                  <a:lnTo>
                    <a:pt x="1103983" y="32306"/>
                  </a:lnTo>
                  <a:lnTo>
                    <a:pt x="1058147" y="20867"/>
                  </a:lnTo>
                  <a:lnTo>
                    <a:pt x="1011371" y="11844"/>
                  </a:lnTo>
                  <a:lnTo>
                    <a:pt x="963729" y="5312"/>
                  </a:lnTo>
                  <a:lnTo>
                    <a:pt x="915294" y="1339"/>
                  </a:lnTo>
                  <a:lnTo>
                    <a:pt x="866139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8975" y="3080892"/>
              <a:ext cx="658825" cy="3169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5197" y="3080892"/>
              <a:ext cx="658368" cy="316991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096010" y="4453508"/>
            <a:ext cx="2832100" cy="593090"/>
            <a:chOff x="1094841" y="4468114"/>
            <a:chExt cx="2832100" cy="59309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841" y="4468114"/>
              <a:ext cx="780288" cy="2819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9519" y="4468114"/>
              <a:ext cx="390144" cy="2819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4027" y="4468114"/>
              <a:ext cx="585673" cy="2819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42336" y="4468114"/>
              <a:ext cx="585215" cy="2819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1916" y="4468114"/>
              <a:ext cx="585216" cy="2819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41496" y="4468114"/>
              <a:ext cx="585215" cy="28193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46911" y="4778705"/>
              <a:ext cx="585215" cy="2822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6491" y="4778705"/>
              <a:ext cx="585673" cy="2822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46325" y="4778705"/>
              <a:ext cx="585215" cy="2822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94381" y="4778705"/>
              <a:ext cx="780288" cy="282244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5711316" y="3080892"/>
            <a:ext cx="1164590" cy="317500"/>
            <a:chOff x="5711316" y="3080892"/>
            <a:chExt cx="1164590" cy="317500"/>
          </a:xfrm>
        </p:grpSpPr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11316" y="3080892"/>
              <a:ext cx="658367" cy="3169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17284" y="3080892"/>
              <a:ext cx="658367" cy="316991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4818253" y="4468114"/>
            <a:ext cx="2967990" cy="593090"/>
            <a:chOff x="4818253" y="4468114"/>
            <a:chExt cx="2967990" cy="593090"/>
          </a:xfrm>
        </p:grpSpPr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18253" y="4468114"/>
              <a:ext cx="585215" cy="2819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7833" y="4468114"/>
              <a:ext cx="780288" cy="2819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12485" y="4468114"/>
              <a:ext cx="585673" cy="28193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60922" y="4468114"/>
              <a:ext cx="585216" cy="2819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810502" y="4468114"/>
              <a:ext cx="975359" cy="2819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10961" y="4778705"/>
              <a:ext cx="780694" cy="282244"/>
            </a:xfrm>
            <a:prstGeom prst="rect">
              <a:avLst/>
            </a:prstGeom>
          </p:spPr>
        </p:pic>
      </p:grpSp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436607" y="3097022"/>
            <a:ext cx="1097661" cy="316991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8265541" y="4531105"/>
            <a:ext cx="3477260" cy="593090"/>
            <a:chOff x="8265541" y="4531105"/>
            <a:chExt cx="3477260" cy="593090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62137" y="4531105"/>
              <a:ext cx="585673" cy="2819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912098" y="4531105"/>
              <a:ext cx="1734311" cy="2819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10774" y="4531105"/>
              <a:ext cx="585216" cy="28193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60354" y="4531105"/>
              <a:ext cx="585673" cy="2819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265541" y="4842001"/>
              <a:ext cx="780694" cy="2819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910574" y="4842001"/>
              <a:ext cx="780287" cy="2819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555226" y="4842001"/>
              <a:ext cx="585216" cy="2819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004806" y="4842001"/>
              <a:ext cx="585216" cy="28193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52862" y="4842001"/>
              <a:ext cx="390144" cy="2819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07370" y="4842001"/>
              <a:ext cx="585216" cy="28193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156950" y="4842001"/>
              <a:ext cx="585673" cy="281939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43" name="object 4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50" name="object 5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  <p:sp>
        <p:nvSpPr>
          <p:cNvPr id="53" name="object 53"/>
          <p:cNvSpPr/>
          <p:nvPr/>
        </p:nvSpPr>
        <p:spPr>
          <a:xfrm>
            <a:off x="685800" y="512063"/>
            <a:ext cx="155575" cy="155575"/>
          </a:xfrm>
          <a:custGeom>
            <a:avLst/>
            <a:gdLst/>
            <a:ahLst/>
            <a:cxnLst/>
            <a:rect l="l" t="t" r="r" b="b"/>
            <a:pathLst>
              <a:path w="155575" h="155575">
                <a:moveTo>
                  <a:pt x="155447" y="0"/>
                </a:moveTo>
                <a:lnTo>
                  <a:pt x="0" y="0"/>
                </a:lnTo>
                <a:lnTo>
                  <a:pt x="0" y="155448"/>
                </a:lnTo>
                <a:lnTo>
                  <a:pt x="155447" y="155448"/>
                </a:lnTo>
                <a:lnTo>
                  <a:pt x="155447" y="0"/>
                </a:lnTo>
                <a:close/>
              </a:path>
            </a:pathLst>
          </a:custGeom>
          <a:solidFill>
            <a:srgbClr val="2BD3E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4" name="object 54"/>
          <p:cNvGrpSpPr/>
          <p:nvPr/>
        </p:nvGrpSpPr>
        <p:grpSpPr>
          <a:xfrm>
            <a:off x="960119" y="471169"/>
            <a:ext cx="2748280" cy="228600"/>
            <a:chOff x="960119" y="471169"/>
            <a:chExt cx="2748280" cy="228600"/>
          </a:xfrm>
        </p:grpSpPr>
        <p:pic>
          <p:nvPicPr>
            <p:cNvPr id="55" name="object 5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353565" y="471169"/>
              <a:ext cx="906780" cy="2286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155189" y="471169"/>
              <a:ext cx="544068" cy="2286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720593" y="471169"/>
              <a:ext cx="987552" cy="228600"/>
            </a:xfrm>
            <a:prstGeom prst="rect">
              <a:avLst/>
            </a:prstGeom>
          </p:spPr>
        </p:pic>
      </p:grpSp>
      <p:pic>
        <p:nvPicPr>
          <p:cNvPr id="59" name="object 59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85800" y="849122"/>
            <a:ext cx="1752981" cy="493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213100" cy="228600"/>
            <a:chOff x="960119" y="471169"/>
            <a:chExt cx="3213100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906780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5189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0593" y="471169"/>
              <a:ext cx="1452118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49122"/>
            <a:ext cx="1865630" cy="494030"/>
            <a:chOff x="685800" y="849122"/>
            <a:chExt cx="1865630" cy="4940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49122"/>
              <a:ext cx="1052017" cy="493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9869" y="849122"/>
              <a:ext cx="1051559" cy="49377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15667" y="1830243"/>
            <a:ext cx="3589839" cy="3745416"/>
            <a:chOff x="615667" y="1830243"/>
            <a:chExt cx="3589839" cy="3745416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5667" y="1830243"/>
              <a:ext cx="3589839" cy="37454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800" y="1874520"/>
              <a:ext cx="3456940" cy="3611879"/>
            </a:xfrm>
            <a:custGeom>
              <a:avLst/>
              <a:gdLst/>
              <a:ahLst/>
              <a:cxnLst/>
              <a:rect l="l" t="t" r="r" b="b"/>
              <a:pathLst>
                <a:path w="3456940" h="3611879">
                  <a:moveTo>
                    <a:pt x="3383279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3538728"/>
                  </a:lnTo>
                  <a:lnTo>
                    <a:pt x="5746" y="3567195"/>
                  </a:lnTo>
                  <a:lnTo>
                    <a:pt x="21420" y="3590448"/>
                  </a:lnTo>
                  <a:lnTo>
                    <a:pt x="44668" y="3606129"/>
                  </a:lnTo>
                  <a:lnTo>
                    <a:pt x="73139" y="3611879"/>
                  </a:lnTo>
                  <a:lnTo>
                    <a:pt x="3383279" y="3611879"/>
                  </a:lnTo>
                  <a:lnTo>
                    <a:pt x="3411747" y="3606129"/>
                  </a:lnTo>
                  <a:lnTo>
                    <a:pt x="3435000" y="3590448"/>
                  </a:lnTo>
                  <a:lnTo>
                    <a:pt x="3450681" y="3567195"/>
                  </a:lnTo>
                  <a:lnTo>
                    <a:pt x="3456432" y="3538728"/>
                  </a:lnTo>
                  <a:lnTo>
                    <a:pt x="3456432" y="73151"/>
                  </a:lnTo>
                  <a:lnTo>
                    <a:pt x="3450681" y="44684"/>
                  </a:lnTo>
                  <a:lnTo>
                    <a:pt x="3435000" y="21431"/>
                  </a:lnTo>
                  <a:lnTo>
                    <a:pt x="3411747" y="5750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800" y="1874520"/>
              <a:ext cx="3456940" cy="3611879"/>
            </a:xfrm>
            <a:custGeom>
              <a:avLst/>
              <a:gdLst/>
              <a:ahLst/>
              <a:cxnLst/>
              <a:rect l="l" t="t" r="r" b="b"/>
              <a:pathLst>
                <a:path w="3456940" h="3611879">
                  <a:moveTo>
                    <a:pt x="0" y="73151"/>
                  </a:moveTo>
                  <a:lnTo>
                    <a:pt x="5746" y="44684"/>
                  </a:lnTo>
                  <a:lnTo>
                    <a:pt x="21420" y="21431"/>
                  </a:lnTo>
                  <a:lnTo>
                    <a:pt x="44668" y="5750"/>
                  </a:lnTo>
                  <a:lnTo>
                    <a:pt x="73139" y="0"/>
                  </a:lnTo>
                  <a:lnTo>
                    <a:pt x="3383279" y="0"/>
                  </a:lnTo>
                  <a:lnTo>
                    <a:pt x="3411747" y="5750"/>
                  </a:lnTo>
                  <a:lnTo>
                    <a:pt x="3435000" y="21431"/>
                  </a:lnTo>
                  <a:lnTo>
                    <a:pt x="3450681" y="44684"/>
                  </a:lnTo>
                  <a:lnTo>
                    <a:pt x="3456432" y="73151"/>
                  </a:lnTo>
                  <a:lnTo>
                    <a:pt x="3456432" y="3538728"/>
                  </a:lnTo>
                  <a:lnTo>
                    <a:pt x="3450681" y="3567195"/>
                  </a:lnTo>
                  <a:lnTo>
                    <a:pt x="3435000" y="3590448"/>
                  </a:lnTo>
                  <a:lnTo>
                    <a:pt x="3411747" y="3606129"/>
                  </a:lnTo>
                  <a:lnTo>
                    <a:pt x="3383279" y="3611879"/>
                  </a:lnTo>
                  <a:lnTo>
                    <a:pt x="73139" y="3611879"/>
                  </a:lnTo>
                  <a:lnTo>
                    <a:pt x="44668" y="3606129"/>
                  </a:lnTo>
                  <a:lnTo>
                    <a:pt x="21420" y="3590448"/>
                  </a:lnTo>
                  <a:lnTo>
                    <a:pt x="5746" y="3567195"/>
                  </a:lnTo>
                  <a:lnTo>
                    <a:pt x="0" y="3538728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8408" y="2088464"/>
              <a:ext cx="978865" cy="7043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36391" y="2119845"/>
              <a:ext cx="797852" cy="7978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27831" y="218541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895" y="0"/>
                  </a:moveTo>
                  <a:lnTo>
                    <a:pt x="264953" y="3370"/>
                  </a:lnTo>
                  <a:lnTo>
                    <a:pt x="221104" y="13162"/>
                  </a:lnTo>
                  <a:lnTo>
                    <a:pt x="179829" y="28895"/>
                  </a:lnTo>
                  <a:lnTo>
                    <a:pt x="141609" y="50087"/>
                  </a:lnTo>
                  <a:lnTo>
                    <a:pt x="106925" y="76257"/>
                  </a:lnTo>
                  <a:lnTo>
                    <a:pt x="76257" y="106925"/>
                  </a:lnTo>
                  <a:lnTo>
                    <a:pt x="50087" y="141609"/>
                  </a:lnTo>
                  <a:lnTo>
                    <a:pt x="28895" y="179829"/>
                  </a:lnTo>
                  <a:lnTo>
                    <a:pt x="13162" y="221104"/>
                  </a:lnTo>
                  <a:lnTo>
                    <a:pt x="3370" y="264953"/>
                  </a:lnTo>
                  <a:lnTo>
                    <a:pt x="0" y="310896"/>
                  </a:lnTo>
                  <a:lnTo>
                    <a:pt x="3370" y="356838"/>
                  </a:lnTo>
                  <a:lnTo>
                    <a:pt x="13162" y="400687"/>
                  </a:lnTo>
                  <a:lnTo>
                    <a:pt x="28895" y="441962"/>
                  </a:lnTo>
                  <a:lnTo>
                    <a:pt x="50087" y="480182"/>
                  </a:lnTo>
                  <a:lnTo>
                    <a:pt x="76257" y="514866"/>
                  </a:lnTo>
                  <a:lnTo>
                    <a:pt x="106925" y="545534"/>
                  </a:lnTo>
                  <a:lnTo>
                    <a:pt x="141609" y="571704"/>
                  </a:lnTo>
                  <a:lnTo>
                    <a:pt x="179829" y="592896"/>
                  </a:lnTo>
                  <a:lnTo>
                    <a:pt x="221104" y="608629"/>
                  </a:lnTo>
                  <a:lnTo>
                    <a:pt x="264953" y="618421"/>
                  </a:lnTo>
                  <a:lnTo>
                    <a:pt x="310895" y="621792"/>
                  </a:lnTo>
                  <a:lnTo>
                    <a:pt x="356838" y="618421"/>
                  </a:lnTo>
                  <a:lnTo>
                    <a:pt x="400687" y="608629"/>
                  </a:lnTo>
                  <a:lnTo>
                    <a:pt x="441962" y="592896"/>
                  </a:lnTo>
                  <a:lnTo>
                    <a:pt x="480182" y="571704"/>
                  </a:lnTo>
                  <a:lnTo>
                    <a:pt x="514866" y="545534"/>
                  </a:lnTo>
                  <a:lnTo>
                    <a:pt x="545534" y="514866"/>
                  </a:lnTo>
                  <a:lnTo>
                    <a:pt x="571704" y="480182"/>
                  </a:lnTo>
                  <a:lnTo>
                    <a:pt x="592896" y="441962"/>
                  </a:lnTo>
                  <a:lnTo>
                    <a:pt x="608629" y="400687"/>
                  </a:lnTo>
                  <a:lnTo>
                    <a:pt x="618421" y="356838"/>
                  </a:lnTo>
                  <a:lnTo>
                    <a:pt x="621792" y="310896"/>
                  </a:lnTo>
                  <a:lnTo>
                    <a:pt x="618421" y="264953"/>
                  </a:lnTo>
                  <a:lnTo>
                    <a:pt x="608629" y="221104"/>
                  </a:lnTo>
                  <a:lnTo>
                    <a:pt x="592896" y="179829"/>
                  </a:lnTo>
                  <a:lnTo>
                    <a:pt x="571704" y="141609"/>
                  </a:lnTo>
                  <a:lnTo>
                    <a:pt x="545534" y="106925"/>
                  </a:lnTo>
                  <a:lnTo>
                    <a:pt x="514866" y="76257"/>
                  </a:lnTo>
                  <a:lnTo>
                    <a:pt x="480182" y="50087"/>
                  </a:lnTo>
                  <a:lnTo>
                    <a:pt x="441962" y="28895"/>
                  </a:lnTo>
                  <a:lnTo>
                    <a:pt x="400687" y="13162"/>
                  </a:lnTo>
                  <a:lnTo>
                    <a:pt x="356838" y="3370"/>
                  </a:lnTo>
                  <a:lnTo>
                    <a:pt x="310895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reencoded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5725" y="2353284"/>
              <a:ext cx="286029" cy="28602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4984" y="3080893"/>
              <a:ext cx="1536573" cy="3169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7506" y="3080893"/>
              <a:ext cx="658368" cy="3169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36418" y="3080893"/>
              <a:ext cx="438911" cy="3169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22930" y="3080893"/>
              <a:ext cx="878230" cy="31699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96696" y="3995927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80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25400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96696" y="4228795"/>
              <a:ext cx="512521" cy="24871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91666" y="4228795"/>
              <a:ext cx="512064" cy="24871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87905" y="4228795"/>
              <a:ext cx="341375" cy="24871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11933" y="4228795"/>
              <a:ext cx="1425702" cy="2487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48481" y="4228795"/>
              <a:ext cx="512063" cy="24871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96696" y="4503673"/>
              <a:ext cx="512521" cy="248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91666" y="4503673"/>
              <a:ext cx="682752" cy="2484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58594" y="4503673"/>
              <a:ext cx="682751" cy="2484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25522" y="4503673"/>
              <a:ext cx="853439" cy="2484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64662" y="4503673"/>
              <a:ext cx="512063" cy="24841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659378" y="4503673"/>
              <a:ext cx="341985" cy="24841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96696" y="4776470"/>
              <a:ext cx="341375" cy="2484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21028" y="4776470"/>
              <a:ext cx="853439" cy="24841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958594" y="4776470"/>
              <a:ext cx="512063" cy="2484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354834" y="4776470"/>
              <a:ext cx="512063" cy="24841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749550" y="4776470"/>
              <a:ext cx="512063" cy="24841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144265" y="4776470"/>
              <a:ext cx="512064" cy="24841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40506" y="4776470"/>
              <a:ext cx="341985" cy="2484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96696" y="5049266"/>
              <a:ext cx="512521" cy="248411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4346419" y="1830243"/>
            <a:ext cx="3590290" cy="3745865"/>
            <a:chOff x="4346419" y="1830243"/>
            <a:chExt cx="3590290" cy="3745865"/>
          </a:xfrm>
        </p:grpSpPr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46419" y="1830243"/>
              <a:ext cx="3589839" cy="374541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416551" y="1874520"/>
              <a:ext cx="3456940" cy="3611879"/>
            </a:xfrm>
            <a:custGeom>
              <a:avLst/>
              <a:gdLst/>
              <a:ahLst/>
              <a:cxnLst/>
              <a:rect l="l" t="t" r="r" b="b"/>
              <a:pathLst>
                <a:path w="3456940" h="3611879">
                  <a:moveTo>
                    <a:pt x="338327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538728"/>
                  </a:lnTo>
                  <a:lnTo>
                    <a:pt x="5750" y="3567195"/>
                  </a:lnTo>
                  <a:lnTo>
                    <a:pt x="21431" y="3590448"/>
                  </a:lnTo>
                  <a:lnTo>
                    <a:pt x="44684" y="3606129"/>
                  </a:lnTo>
                  <a:lnTo>
                    <a:pt x="73151" y="3611879"/>
                  </a:lnTo>
                  <a:lnTo>
                    <a:pt x="3383279" y="3611879"/>
                  </a:lnTo>
                  <a:lnTo>
                    <a:pt x="3411747" y="3606129"/>
                  </a:lnTo>
                  <a:lnTo>
                    <a:pt x="3435000" y="3590448"/>
                  </a:lnTo>
                  <a:lnTo>
                    <a:pt x="3450681" y="3567195"/>
                  </a:lnTo>
                  <a:lnTo>
                    <a:pt x="3456431" y="3538728"/>
                  </a:lnTo>
                  <a:lnTo>
                    <a:pt x="3456431" y="73151"/>
                  </a:lnTo>
                  <a:lnTo>
                    <a:pt x="3450681" y="44684"/>
                  </a:lnTo>
                  <a:lnTo>
                    <a:pt x="3435000" y="21431"/>
                  </a:lnTo>
                  <a:lnTo>
                    <a:pt x="3411747" y="5750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16551" y="1874520"/>
              <a:ext cx="3456940" cy="3611879"/>
            </a:xfrm>
            <a:custGeom>
              <a:avLst/>
              <a:gdLst/>
              <a:ahLst/>
              <a:cxnLst/>
              <a:rect l="l" t="t" r="r" b="b"/>
              <a:pathLst>
                <a:path w="3456940" h="36118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383279" y="0"/>
                  </a:lnTo>
                  <a:lnTo>
                    <a:pt x="3411747" y="5750"/>
                  </a:lnTo>
                  <a:lnTo>
                    <a:pt x="3435000" y="21431"/>
                  </a:lnTo>
                  <a:lnTo>
                    <a:pt x="3450681" y="44684"/>
                  </a:lnTo>
                  <a:lnTo>
                    <a:pt x="3456431" y="73151"/>
                  </a:lnTo>
                  <a:lnTo>
                    <a:pt x="3456431" y="3538728"/>
                  </a:lnTo>
                  <a:lnTo>
                    <a:pt x="3450681" y="3567195"/>
                  </a:lnTo>
                  <a:lnTo>
                    <a:pt x="3435000" y="3590448"/>
                  </a:lnTo>
                  <a:lnTo>
                    <a:pt x="3411747" y="3606129"/>
                  </a:lnTo>
                  <a:lnTo>
                    <a:pt x="3383279" y="3611879"/>
                  </a:lnTo>
                  <a:lnTo>
                    <a:pt x="73151" y="3611879"/>
                  </a:lnTo>
                  <a:lnTo>
                    <a:pt x="44684" y="3606129"/>
                  </a:lnTo>
                  <a:lnTo>
                    <a:pt x="21431" y="3590448"/>
                  </a:lnTo>
                  <a:lnTo>
                    <a:pt x="5750" y="3567195"/>
                  </a:lnTo>
                  <a:lnTo>
                    <a:pt x="0" y="35387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709794" y="2088464"/>
              <a:ext cx="978408" cy="70439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67143" y="2119845"/>
              <a:ext cx="797852" cy="79785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958583" y="218541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896" y="0"/>
                  </a:moveTo>
                  <a:lnTo>
                    <a:pt x="264953" y="3370"/>
                  </a:lnTo>
                  <a:lnTo>
                    <a:pt x="221104" y="13162"/>
                  </a:lnTo>
                  <a:lnTo>
                    <a:pt x="179829" y="28895"/>
                  </a:lnTo>
                  <a:lnTo>
                    <a:pt x="141609" y="50087"/>
                  </a:lnTo>
                  <a:lnTo>
                    <a:pt x="106925" y="76257"/>
                  </a:lnTo>
                  <a:lnTo>
                    <a:pt x="76257" y="106925"/>
                  </a:lnTo>
                  <a:lnTo>
                    <a:pt x="50087" y="141609"/>
                  </a:lnTo>
                  <a:lnTo>
                    <a:pt x="28895" y="179829"/>
                  </a:lnTo>
                  <a:lnTo>
                    <a:pt x="13162" y="221104"/>
                  </a:lnTo>
                  <a:lnTo>
                    <a:pt x="3370" y="264953"/>
                  </a:lnTo>
                  <a:lnTo>
                    <a:pt x="0" y="310896"/>
                  </a:lnTo>
                  <a:lnTo>
                    <a:pt x="3370" y="356838"/>
                  </a:lnTo>
                  <a:lnTo>
                    <a:pt x="13162" y="400687"/>
                  </a:lnTo>
                  <a:lnTo>
                    <a:pt x="28895" y="441962"/>
                  </a:lnTo>
                  <a:lnTo>
                    <a:pt x="50087" y="480182"/>
                  </a:lnTo>
                  <a:lnTo>
                    <a:pt x="76257" y="514866"/>
                  </a:lnTo>
                  <a:lnTo>
                    <a:pt x="106925" y="545534"/>
                  </a:lnTo>
                  <a:lnTo>
                    <a:pt x="141609" y="571704"/>
                  </a:lnTo>
                  <a:lnTo>
                    <a:pt x="179829" y="592896"/>
                  </a:lnTo>
                  <a:lnTo>
                    <a:pt x="221104" y="608629"/>
                  </a:lnTo>
                  <a:lnTo>
                    <a:pt x="264953" y="618421"/>
                  </a:lnTo>
                  <a:lnTo>
                    <a:pt x="310896" y="621792"/>
                  </a:lnTo>
                  <a:lnTo>
                    <a:pt x="356838" y="618421"/>
                  </a:lnTo>
                  <a:lnTo>
                    <a:pt x="400687" y="608629"/>
                  </a:lnTo>
                  <a:lnTo>
                    <a:pt x="441962" y="592896"/>
                  </a:lnTo>
                  <a:lnTo>
                    <a:pt x="480182" y="571704"/>
                  </a:lnTo>
                  <a:lnTo>
                    <a:pt x="514866" y="545534"/>
                  </a:lnTo>
                  <a:lnTo>
                    <a:pt x="545534" y="514866"/>
                  </a:lnTo>
                  <a:lnTo>
                    <a:pt x="571704" y="480182"/>
                  </a:lnTo>
                  <a:lnTo>
                    <a:pt x="592896" y="441962"/>
                  </a:lnTo>
                  <a:lnTo>
                    <a:pt x="608629" y="400687"/>
                  </a:lnTo>
                  <a:lnTo>
                    <a:pt x="618421" y="356838"/>
                  </a:lnTo>
                  <a:lnTo>
                    <a:pt x="621792" y="310896"/>
                  </a:lnTo>
                  <a:lnTo>
                    <a:pt x="618421" y="264953"/>
                  </a:lnTo>
                  <a:lnTo>
                    <a:pt x="608629" y="221104"/>
                  </a:lnTo>
                  <a:lnTo>
                    <a:pt x="592896" y="179829"/>
                  </a:lnTo>
                  <a:lnTo>
                    <a:pt x="571704" y="141609"/>
                  </a:lnTo>
                  <a:lnTo>
                    <a:pt x="545534" y="106925"/>
                  </a:lnTo>
                  <a:lnTo>
                    <a:pt x="514866" y="76257"/>
                  </a:lnTo>
                  <a:lnTo>
                    <a:pt x="480182" y="50087"/>
                  </a:lnTo>
                  <a:lnTo>
                    <a:pt x="441962" y="28895"/>
                  </a:lnTo>
                  <a:lnTo>
                    <a:pt x="400687" y="13162"/>
                  </a:lnTo>
                  <a:lnTo>
                    <a:pt x="356838" y="3370"/>
                  </a:lnTo>
                  <a:lnTo>
                    <a:pt x="310896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 descr="preencoded.png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26477" y="2353284"/>
              <a:ext cx="286029" cy="28602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212714" y="3080893"/>
              <a:ext cx="658367" cy="31699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718682" y="3080893"/>
              <a:ext cx="878230" cy="31699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444360" y="3080893"/>
              <a:ext cx="658367" cy="31699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727447" y="3995927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25400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728082" y="4366005"/>
              <a:ext cx="682751" cy="24841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240146" y="4366005"/>
              <a:ext cx="143255" cy="24841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311774" y="4366005"/>
              <a:ext cx="682751" cy="24841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880226" y="4366005"/>
              <a:ext cx="683158" cy="24841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447408" y="4366005"/>
              <a:ext cx="512063" cy="24841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843648" y="4366005"/>
              <a:ext cx="853440" cy="24841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728082" y="4640326"/>
              <a:ext cx="853439" cy="24841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465698" y="4640326"/>
              <a:ext cx="512063" cy="24841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861938" y="4640326"/>
              <a:ext cx="683158" cy="24841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429120" y="4640326"/>
              <a:ext cx="512064" cy="24841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770496" y="4640326"/>
              <a:ext cx="789431" cy="24841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728082" y="4913122"/>
              <a:ext cx="682751" cy="24841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295010" y="4913122"/>
              <a:ext cx="512063" cy="248412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8077171" y="1830243"/>
            <a:ext cx="3590290" cy="3745865"/>
            <a:chOff x="8077171" y="1830243"/>
            <a:chExt cx="3590290" cy="3745865"/>
          </a:xfrm>
        </p:grpSpPr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7171" y="1830243"/>
              <a:ext cx="3589839" cy="3745416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8147303" y="1874520"/>
              <a:ext cx="3456940" cy="3611879"/>
            </a:xfrm>
            <a:custGeom>
              <a:avLst/>
              <a:gdLst/>
              <a:ahLst/>
              <a:cxnLst/>
              <a:rect l="l" t="t" r="r" b="b"/>
              <a:pathLst>
                <a:path w="3456940" h="3611879">
                  <a:moveTo>
                    <a:pt x="338327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538728"/>
                  </a:lnTo>
                  <a:lnTo>
                    <a:pt x="5750" y="3567195"/>
                  </a:lnTo>
                  <a:lnTo>
                    <a:pt x="21431" y="3590448"/>
                  </a:lnTo>
                  <a:lnTo>
                    <a:pt x="44684" y="3606129"/>
                  </a:lnTo>
                  <a:lnTo>
                    <a:pt x="73151" y="3611879"/>
                  </a:lnTo>
                  <a:lnTo>
                    <a:pt x="3383279" y="3611879"/>
                  </a:lnTo>
                  <a:lnTo>
                    <a:pt x="3411747" y="3606129"/>
                  </a:lnTo>
                  <a:lnTo>
                    <a:pt x="3435000" y="3590448"/>
                  </a:lnTo>
                  <a:lnTo>
                    <a:pt x="3450681" y="3567195"/>
                  </a:lnTo>
                  <a:lnTo>
                    <a:pt x="3456431" y="3538728"/>
                  </a:lnTo>
                  <a:lnTo>
                    <a:pt x="3456431" y="73151"/>
                  </a:lnTo>
                  <a:lnTo>
                    <a:pt x="3450681" y="44684"/>
                  </a:lnTo>
                  <a:lnTo>
                    <a:pt x="3435000" y="21431"/>
                  </a:lnTo>
                  <a:lnTo>
                    <a:pt x="3411747" y="5750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147303" y="1874520"/>
              <a:ext cx="3456940" cy="3611879"/>
            </a:xfrm>
            <a:custGeom>
              <a:avLst/>
              <a:gdLst/>
              <a:ahLst/>
              <a:cxnLst/>
              <a:rect l="l" t="t" r="r" b="b"/>
              <a:pathLst>
                <a:path w="3456940" h="36118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383279" y="0"/>
                  </a:lnTo>
                  <a:lnTo>
                    <a:pt x="3411747" y="5750"/>
                  </a:lnTo>
                  <a:lnTo>
                    <a:pt x="3435000" y="21431"/>
                  </a:lnTo>
                  <a:lnTo>
                    <a:pt x="3450681" y="44684"/>
                  </a:lnTo>
                  <a:lnTo>
                    <a:pt x="3456431" y="73151"/>
                  </a:lnTo>
                  <a:lnTo>
                    <a:pt x="3456431" y="3538728"/>
                  </a:lnTo>
                  <a:lnTo>
                    <a:pt x="3450681" y="3567195"/>
                  </a:lnTo>
                  <a:lnTo>
                    <a:pt x="3435000" y="3590448"/>
                  </a:lnTo>
                  <a:lnTo>
                    <a:pt x="3411747" y="3606129"/>
                  </a:lnTo>
                  <a:lnTo>
                    <a:pt x="3383279" y="3611879"/>
                  </a:lnTo>
                  <a:lnTo>
                    <a:pt x="73151" y="3611879"/>
                  </a:lnTo>
                  <a:lnTo>
                    <a:pt x="44684" y="3606129"/>
                  </a:lnTo>
                  <a:lnTo>
                    <a:pt x="21431" y="3590448"/>
                  </a:lnTo>
                  <a:lnTo>
                    <a:pt x="5750" y="3567195"/>
                  </a:lnTo>
                  <a:lnTo>
                    <a:pt x="0" y="35387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440800" y="2088464"/>
              <a:ext cx="978865" cy="70439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597895" y="2119845"/>
              <a:ext cx="797852" cy="79785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10689335" y="2185415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310896" y="0"/>
                  </a:moveTo>
                  <a:lnTo>
                    <a:pt x="264953" y="3370"/>
                  </a:lnTo>
                  <a:lnTo>
                    <a:pt x="221104" y="13162"/>
                  </a:lnTo>
                  <a:lnTo>
                    <a:pt x="179829" y="28895"/>
                  </a:lnTo>
                  <a:lnTo>
                    <a:pt x="141609" y="50087"/>
                  </a:lnTo>
                  <a:lnTo>
                    <a:pt x="106925" y="76257"/>
                  </a:lnTo>
                  <a:lnTo>
                    <a:pt x="76257" y="106925"/>
                  </a:lnTo>
                  <a:lnTo>
                    <a:pt x="50087" y="141609"/>
                  </a:lnTo>
                  <a:lnTo>
                    <a:pt x="28895" y="179829"/>
                  </a:lnTo>
                  <a:lnTo>
                    <a:pt x="13162" y="221104"/>
                  </a:lnTo>
                  <a:lnTo>
                    <a:pt x="3370" y="264953"/>
                  </a:lnTo>
                  <a:lnTo>
                    <a:pt x="0" y="310896"/>
                  </a:lnTo>
                  <a:lnTo>
                    <a:pt x="3370" y="356838"/>
                  </a:lnTo>
                  <a:lnTo>
                    <a:pt x="13162" y="400687"/>
                  </a:lnTo>
                  <a:lnTo>
                    <a:pt x="28895" y="441962"/>
                  </a:lnTo>
                  <a:lnTo>
                    <a:pt x="50087" y="480182"/>
                  </a:lnTo>
                  <a:lnTo>
                    <a:pt x="76257" y="514866"/>
                  </a:lnTo>
                  <a:lnTo>
                    <a:pt x="106925" y="545534"/>
                  </a:lnTo>
                  <a:lnTo>
                    <a:pt x="141609" y="571704"/>
                  </a:lnTo>
                  <a:lnTo>
                    <a:pt x="179829" y="592896"/>
                  </a:lnTo>
                  <a:lnTo>
                    <a:pt x="221104" y="608629"/>
                  </a:lnTo>
                  <a:lnTo>
                    <a:pt x="264953" y="618421"/>
                  </a:lnTo>
                  <a:lnTo>
                    <a:pt x="310896" y="621792"/>
                  </a:lnTo>
                  <a:lnTo>
                    <a:pt x="356838" y="618421"/>
                  </a:lnTo>
                  <a:lnTo>
                    <a:pt x="400687" y="608629"/>
                  </a:lnTo>
                  <a:lnTo>
                    <a:pt x="441962" y="592896"/>
                  </a:lnTo>
                  <a:lnTo>
                    <a:pt x="480182" y="571704"/>
                  </a:lnTo>
                  <a:lnTo>
                    <a:pt x="514866" y="545534"/>
                  </a:lnTo>
                  <a:lnTo>
                    <a:pt x="545534" y="514866"/>
                  </a:lnTo>
                  <a:lnTo>
                    <a:pt x="571704" y="480182"/>
                  </a:lnTo>
                  <a:lnTo>
                    <a:pt x="592896" y="441962"/>
                  </a:lnTo>
                  <a:lnTo>
                    <a:pt x="608629" y="400687"/>
                  </a:lnTo>
                  <a:lnTo>
                    <a:pt x="618421" y="356838"/>
                  </a:lnTo>
                  <a:lnTo>
                    <a:pt x="621792" y="310896"/>
                  </a:lnTo>
                  <a:lnTo>
                    <a:pt x="618421" y="264953"/>
                  </a:lnTo>
                  <a:lnTo>
                    <a:pt x="608629" y="221104"/>
                  </a:lnTo>
                  <a:lnTo>
                    <a:pt x="592896" y="179829"/>
                  </a:lnTo>
                  <a:lnTo>
                    <a:pt x="571704" y="141609"/>
                  </a:lnTo>
                  <a:lnTo>
                    <a:pt x="545534" y="106925"/>
                  </a:lnTo>
                  <a:lnTo>
                    <a:pt x="514866" y="76257"/>
                  </a:lnTo>
                  <a:lnTo>
                    <a:pt x="480182" y="50087"/>
                  </a:lnTo>
                  <a:lnTo>
                    <a:pt x="441962" y="28895"/>
                  </a:lnTo>
                  <a:lnTo>
                    <a:pt x="400687" y="13162"/>
                  </a:lnTo>
                  <a:lnTo>
                    <a:pt x="356838" y="3370"/>
                  </a:lnTo>
                  <a:lnTo>
                    <a:pt x="310896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 descr="preencoded.png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0857229" y="2353284"/>
              <a:ext cx="286029" cy="286029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669781" y="3080893"/>
              <a:ext cx="658368" cy="316991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175750" y="3080893"/>
              <a:ext cx="877824" cy="31699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901173" y="3080893"/>
              <a:ext cx="877824" cy="31699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626597" y="3080893"/>
              <a:ext cx="658368" cy="316991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8458199" y="3995927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25400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459088" y="4502530"/>
              <a:ext cx="512521" cy="24841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854185" y="4502530"/>
              <a:ext cx="512064" cy="24841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250425" y="4502530"/>
              <a:ext cx="853440" cy="24841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9988041" y="4502530"/>
              <a:ext cx="853440" cy="248412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0727182" y="4502530"/>
              <a:ext cx="512064" cy="24841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1121897" y="4502530"/>
              <a:ext cx="341985" cy="24841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459088" y="4776851"/>
              <a:ext cx="341375" cy="248412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683497" y="4776851"/>
              <a:ext cx="341375" cy="248412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907525" y="4776851"/>
              <a:ext cx="682751" cy="24841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474453" y="4776851"/>
              <a:ext cx="682751" cy="248412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0041382" y="4776851"/>
              <a:ext cx="853440" cy="248412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0778997" y="4776851"/>
              <a:ext cx="512064" cy="248412"/>
            </a:xfrm>
            <a:prstGeom prst="rect">
              <a:avLst/>
            </a:prstGeom>
          </p:spPr>
        </p:pic>
      </p:grpSp>
      <p:grpSp>
        <p:nvGrpSpPr>
          <p:cNvPr id="92" name="object 92"/>
          <p:cNvGrpSpPr/>
          <p:nvPr/>
        </p:nvGrpSpPr>
        <p:grpSpPr>
          <a:xfrm>
            <a:off x="685800" y="5669279"/>
            <a:ext cx="10820400" cy="567055"/>
            <a:chOff x="685800" y="5669279"/>
            <a:chExt cx="10820400" cy="567055"/>
          </a:xfrm>
        </p:grpSpPr>
        <p:sp>
          <p:nvSpPr>
            <p:cNvPr id="93" name="object 93"/>
            <p:cNvSpPr/>
            <p:nvPr/>
          </p:nvSpPr>
          <p:spPr>
            <a:xfrm>
              <a:off x="685800" y="5669279"/>
              <a:ext cx="10820400" cy="567055"/>
            </a:xfrm>
            <a:custGeom>
              <a:avLst/>
              <a:gdLst/>
              <a:ahLst/>
              <a:cxnLst/>
              <a:rect l="l" t="t" r="r" b="b"/>
              <a:pathLst>
                <a:path w="10820400" h="567054">
                  <a:moveTo>
                    <a:pt x="10765282" y="0"/>
                  </a:moveTo>
                  <a:lnTo>
                    <a:pt x="54864" y="0"/>
                  </a:lnTo>
                  <a:lnTo>
                    <a:pt x="33507" y="4311"/>
                  </a:lnTo>
                  <a:lnTo>
                    <a:pt x="16068" y="16068"/>
                  </a:lnTo>
                  <a:lnTo>
                    <a:pt x="4311" y="33507"/>
                  </a:lnTo>
                  <a:lnTo>
                    <a:pt x="0" y="54864"/>
                  </a:lnTo>
                  <a:lnTo>
                    <a:pt x="0" y="512064"/>
                  </a:lnTo>
                  <a:lnTo>
                    <a:pt x="4311" y="533420"/>
                  </a:lnTo>
                  <a:lnTo>
                    <a:pt x="16068" y="550859"/>
                  </a:lnTo>
                  <a:lnTo>
                    <a:pt x="33507" y="562616"/>
                  </a:lnTo>
                  <a:lnTo>
                    <a:pt x="54864" y="566928"/>
                  </a:lnTo>
                  <a:lnTo>
                    <a:pt x="10765282" y="566928"/>
                  </a:lnTo>
                  <a:lnTo>
                    <a:pt x="10786606" y="562616"/>
                  </a:lnTo>
                  <a:lnTo>
                    <a:pt x="10804048" y="550859"/>
                  </a:lnTo>
                  <a:lnTo>
                    <a:pt x="10815824" y="533420"/>
                  </a:lnTo>
                  <a:lnTo>
                    <a:pt x="10820146" y="512064"/>
                  </a:lnTo>
                  <a:lnTo>
                    <a:pt x="10820146" y="54864"/>
                  </a:lnTo>
                  <a:lnTo>
                    <a:pt x="10815824" y="33507"/>
                  </a:lnTo>
                  <a:lnTo>
                    <a:pt x="10804048" y="16068"/>
                  </a:lnTo>
                  <a:lnTo>
                    <a:pt x="10786606" y="4311"/>
                  </a:lnTo>
                  <a:lnTo>
                    <a:pt x="10765282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886968" y="5769863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4262" y="6532"/>
                  </a:lnTo>
                  <a:lnTo>
                    <a:pt x="90576" y="24968"/>
                  </a:lnTo>
                  <a:lnTo>
                    <a:pt x="53563" y="53563"/>
                  </a:lnTo>
                  <a:lnTo>
                    <a:pt x="24968" y="90576"/>
                  </a:lnTo>
                  <a:lnTo>
                    <a:pt x="6532" y="134262"/>
                  </a:lnTo>
                  <a:lnTo>
                    <a:pt x="0" y="182880"/>
                  </a:lnTo>
                  <a:lnTo>
                    <a:pt x="6532" y="231497"/>
                  </a:lnTo>
                  <a:lnTo>
                    <a:pt x="24968" y="275183"/>
                  </a:lnTo>
                  <a:lnTo>
                    <a:pt x="53563" y="312196"/>
                  </a:lnTo>
                  <a:lnTo>
                    <a:pt x="90576" y="340791"/>
                  </a:lnTo>
                  <a:lnTo>
                    <a:pt x="134262" y="359227"/>
                  </a:lnTo>
                  <a:lnTo>
                    <a:pt x="182879" y="365760"/>
                  </a:lnTo>
                  <a:lnTo>
                    <a:pt x="231497" y="359227"/>
                  </a:lnTo>
                  <a:lnTo>
                    <a:pt x="275183" y="340791"/>
                  </a:lnTo>
                  <a:lnTo>
                    <a:pt x="312196" y="312196"/>
                  </a:lnTo>
                  <a:lnTo>
                    <a:pt x="340791" y="275183"/>
                  </a:lnTo>
                  <a:lnTo>
                    <a:pt x="359227" y="231497"/>
                  </a:lnTo>
                  <a:lnTo>
                    <a:pt x="365759" y="182880"/>
                  </a:lnTo>
                  <a:lnTo>
                    <a:pt x="359227" y="134262"/>
                  </a:lnTo>
                  <a:lnTo>
                    <a:pt x="340791" y="90576"/>
                  </a:lnTo>
                  <a:lnTo>
                    <a:pt x="312196" y="53563"/>
                  </a:lnTo>
                  <a:lnTo>
                    <a:pt x="275183" y="24968"/>
                  </a:lnTo>
                  <a:lnTo>
                    <a:pt x="231497" y="6532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 descr="preencoded.png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85723" y="5868619"/>
              <a:ext cx="168249" cy="168249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344422" y="5850026"/>
              <a:ext cx="416052" cy="19537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664461" y="5850026"/>
              <a:ext cx="416051" cy="19537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030222" y="5850026"/>
              <a:ext cx="1300988" cy="195376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266185" y="5850026"/>
              <a:ext cx="124967" cy="19537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328670" y="5850026"/>
              <a:ext cx="5038852" cy="195376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8289417" y="5851042"/>
            <a:ext cx="1663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spc="-50" dirty="0">
                <a:solidFill>
                  <a:srgbClr val="C2D2EB"/>
                </a:solidFill>
                <a:latin typeface="Arial"/>
                <a:cs typeface="Arial"/>
              </a:rPr>
              <a:t>—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2" name="object 102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8481948" y="5850026"/>
            <a:ext cx="2750057" cy="195376"/>
          </a:xfrm>
          <a:prstGeom prst="rect">
            <a:avLst/>
          </a:prstGeom>
        </p:spPr>
      </p:pic>
      <p:grpSp>
        <p:nvGrpSpPr>
          <p:cNvPr id="103" name="object 103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104" name="object 10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111" name="object 111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858895" cy="228600"/>
            <a:chOff x="960119" y="471169"/>
            <a:chExt cx="385889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906780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5189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0593" y="471169"/>
              <a:ext cx="2098039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49122"/>
            <a:ext cx="3031490" cy="494030"/>
            <a:chOff x="685800" y="849122"/>
            <a:chExt cx="3031490" cy="4940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49122"/>
              <a:ext cx="1052017" cy="493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9869" y="849122"/>
              <a:ext cx="1402080" cy="4937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65729" y="849122"/>
              <a:ext cx="1051559" cy="4937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615667" y="1802904"/>
            <a:ext cx="11176000" cy="4211955"/>
            <a:chOff x="615667" y="1802904"/>
            <a:chExt cx="11176000" cy="421195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667" y="1830252"/>
              <a:ext cx="3589839" cy="41568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800" y="187451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3383279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3950220"/>
                  </a:lnTo>
                  <a:lnTo>
                    <a:pt x="5746" y="3978691"/>
                  </a:lnTo>
                  <a:lnTo>
                    <a:pt x="21420" y="4001939"/>
                  </a:lnTo>
                  <a:lnTo>
                    <a:pt x="44668" y="4017613"/>
                  </a:lnTo>
                  <a:lnTo>
                    <a:pt x="73139" y="4023359"/>
                  </a:lnTo>
                  <a:lnTo>
                    <a:pt x="3383279" y="4023359"/>
                  </a:lnTo>
                  <a:lnTo>
                    <a:pt x="3411747" y="4017613"/>
                  </a:lnTo>
                  <a:lnTo>
                    <a:pt x="3435000" y="4001939"/>
                  </a:lnTo>
                  <a:lnTo>
                    <a:pt x="3450681" y="3978691"/>
                  </a:lnTo>
                  <a:lnTo>
                    <a:pt x="3456432" y="3950220"/>
                  </a:lnTo>
                  <a:lnTo>
                    <a:pt x="3456432" y="73151"/>
                  </a:lnTo>
                  <a:lnTo>
                    <a:pt x="3450681" y="44684"/>
                  </a:lnTo>
                  <a:lnTo>
                    <a:pt x="3435000" y="21431"/>
                  </a:lnTo>
                  <a:lnTo>
                    <a:pt x="3411747" y="5750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800" y="187451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0" y="73151"/>
                  </a:moveTo>
                  <a:lnTo>
                    <a:pt x="5746" y="44684"/>
                  </a:lnTo>
                  <a:lnTo>
                    <a:pt x="21420" y="21431"/>
                  </a:lnTo>
                  <a:lnTo>
                    <a:pt x="44668" y="5750"/>
                  </a:lnTo>
                  <a:lnTo>
                    <a:pt x="73139" y="0"/>
                  </a:lnTo>
                  <a:lnTo>
                    <a:pt x="3383279" y="0"/>
                  </a:lnTo>
                  <a:lnTo>
                    <a:pt x="3411747" y="5750"/>
                  </a:lnTo>
                  <a:lnTo>
                    <a:pt x="3435000" y="21431"/>
                  </a:lnTo>
                  <a:lnTo>
                    <a:pt x="3450681" y="44684"/>
                  </a:lnTo>
                  <a:lnTo>
                    <a:pt x="3456432" y="73151"/>
                  </a:lnTo>
                  <a:lnTo>
                    <a:pt x="3456432" y="3950220"/>
                  </a:lnTo>
                  <a:lnTo>
                    <a:pt x="3450681" y="3978691"/>
                  </a:lnTo>
                  <a:lnTo>
                    <a:pt x="3435000" y="4001939"/>
                  </a:lnTo>
                  <a:lnTo>
                    <a:pt x="3411747" y="4017613"/>
                  </a:lnTo>
                  <a:lnTo>
                    <a:pt x="3383279" y="4023359"/>
                  </a:lnTo>
                  <a:lnTo>
                    <a:pt x="73139" y="4023359"/>
                  </a:lnTo>
                  <a:lnTo>
                    <a:pt x="44668" y="4017613"/>
                  </a:lnTo>
                  <a:lnTo>
                    <a:pt x="21420" y="4001939"/>
                  </a:lnTo>
                  <a:lnTo>
                    <a:pt x="5746" y="3978691"/>
                  </a:lnTo>
                  <a:lnTo>
                    <a:pt x="0" y="395022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5800" y="1874519"/>
              <a:ext cx="3456940" cy="109855"/>
            </a:xfrm>
            <a:custGeom>
              <a:avLst/>
              <a:gdLst/>
              <a:ahLst/>
              <a:cxnLst/>
              <a:rect l="l" t="t" r="r" b="b"/>
              <a:pathLst>
                <a:path w="3456940" h="109855">
                  <a:moveTo>
                    <a:pt x="3456432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3456432" y="109727"/>
                  </a:lnTo>
                  <a:lnTo>
                    <a:pt x="3456432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5256" y="2193074"/>
              <a:ext cx="889215" cy="88921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96696" y="2258568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39" h="713739">
                  <a:moveTo>
                    <a:pt x="356616" y="0"/>
                  </a:moveTo>
                  <a:lnTo>
                    <a:pt x="308225" y="3255"/>
                  </a:lnTo>
                  <a:lnTo>
                    <a:pt x="261814" y="12737"/>
                  </a:lnTo>
                  <a:lnTo>
                    <a:pt x="217805" y="28021"/>
                  </a:lnTo>
                  <a:lnTo>
                    <a:pt x="176625" y="48683"/>
                  </a:lnTo>
                  <a:lnTo>
                    <a:pt x="138699" y="74298"/>
                  </a:lnTo>
                  <a:lnTo>
                    <a:pt x="104451" y="104441"/>
                  </a:lnTo>
                  <a:lnTo>
                    <a:pt x="74306" y="138688"/>
                  </a:lnTo>
                  <a:lnTo>
                    <a:pt x="48688" y="176614"/>
                  </a:lnTo>
                  <a:lnTo>
                    <a:pt x="28024" y="217795"/>
                  </a:lnTo>
                  <a:lnTo>
                    <a:pt x="12738" y="261805"/>
                  </a:lnTo>
                  <a:lnTo>
                    <a:pt x="3255" y="308220"/>
                  </a:lnTo>
                  <a:lnTo>
                    <a:pt x="0" y="356616"/>
                  </a:lnTo>
                  <a:lnTo>
                    <a:pt x="3255" y="405011"/>
                  </a:lnTo>
                  <a:lnTo>
                    <a:pt x="12738" y="451426"/>
                  </a:lnTo>
                  <a:lnTo>
                    <a:pt x="28024" y="495436"/>
                  </a:lnTo>
                  <a:lnTo>
                    <a:pt x="48688" y="536617"/>
                  </a:lnTo>
                  <a:lnTo>
                    <a:pt x="74306" y="574543"/>
                  </a:lnTo>
                  <a:lnTo>
                    <a:pt x="104451" y="608790"/>
                  </a:lnTo>
                  <a:lnTo>
                    <a:pt x="138699" y="638933"/>
                  </a:lnTo>
                  <a:lnTo>
                    <a:pt x="176625" y="664548"/>
                  </a:lnTo>
                  <a:lnTo>
                    <a:pt x="217805" y="685210"/>
                  </a:lnTo>
                  <a:lnTo>
                    <a:pt x="261814" y="700494"/>
                  </a:lnTo>
                  <a:lnTo>
                    <a:pt x="308225" y="709976"/>
                  </a:lnTo>
                  <a:lnTo>
                    <a:pt x="356616" y="713232"/>
                  </a:lnTo>
                  <a:lnTo>
                    <a:pt x="405011" y="709976"/>
                  </a:lnTo>
                  <a:lnTo>
                    <a:pt x="451426" y="700494"/>
                  </a:lnTo>
                  <a:lnTo>
                    <a:pt x="495436" y="685210"/>
                  </a:lnTo>
                  <a:lnTo>
                    <a:pt x="536617" y="664548"/>
                  </a:lnTo>
                  <a:lnTo>
                    <a:pt x="574543" y="638933"/>
                  </a:lnTo>
                  <a:lnTo>
                    <a:pt x="608790" y="608790"/>
                  </a:lnTo>
                  <a:lnTo>
                    <a:pt x="638933" y="574543"/>
                  </a:lnTo>
                  <a:lnTo>
                    <a:pt x="664548" y="536617"/>
                  </a:lnTo>
                  <a:lnTo>
                    <a:pt x="685210" y="495436"/>
                  </a:lnTo>
                  <a:lnTo>
                    <a:pt x="700494" y="451426"/>
                  </a:lnTo>
                  <a:lnTo>
                    <a:pt x="709976" y="405011"/>
                  </a:lnTo>
                  <a:lnTo>
                    <a:pt x="713231" y="356616"/>
                  </a:lnTo>
                  <a:lnTo>
                    <a:pt x="709976" y="308220"/>
                  </a:lnTo>
                  <a:lnTo>
                    <a:pt x="700494" y="261805"/>
                  </a:lnTo>
                  <a:lnTo>
                    <a:pt x="685210" y="217795"/>
                  </a:lnTo>
                  <a:lnTo>
                    <a:pt x="664548" y="176614"/>
                  </a:lnTo>
                  <a:lnTo>
                    <a:pt x="638933" y="138688"/>
                  </a:lnTo>
                  <a:lnTo>
                    <a:pt x="608790" y="104441"/>
                  </a:lnTo>
                  <a:lnTo>
                    <a:pt x="574543" y="74298"/>
                  </a:lnTo>
                  <a:lnTo>
                    <a:pt x="536617" y="48683"/>
                  </a:lnTo>
                  <a:lnTo>
                    <a:pt x="495436" y="28021"/>
                  </a:lnTo>
                  <a:lnTo>
                    <a:pt x="451426" y="12737"/>
                  </a:lnTo>
                  <a:lnTo>
                    <a:pt x="405011" y="3255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 descr="preencoded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89266" y="2451176"/>
              <a:ext cx="328091" cy="3280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96309" y="2183002"/>
              <a:ext cx="832561" cy="5989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57909" y="3290900"/>
              <a:ext cx="1250569" cy="31729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04237" y="3290900"/>
              <a:ext cx="658368" cy="3172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10205" y="3290900"/>
              <a:ext cx="877823" cy="31729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30958" y="3587241"/>
              <a:ext cx="878230" cy="3169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56637" y="3587241"/>
              <a:ext cx="658368" cy="3169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6696" y="4222114"/>
              <a:ext cx="341375" cy="2484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75308" y="4222114"/>
              <a:ext cx="512064" cy="2484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69974" y="4222114"/>
              <a:ext cx="682751" cy="2484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36902" y="4222114"/>
              <a:ext cx="1446022" cy="248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75308" y="4473575"/>
              <a:ext cx="682752" cy="2484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42186" y="4473575"/>
              <a:ext cx="512063" cy="2484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36902" y="4473575"/>
              <a:ext cx="512063" cy="2484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6696" y="4814646"/>
              <a:ext cx="341375" cy="2487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75308" y="4814646"/>
              <a:ext cx="512064" cy="2487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69974" y="4814646"/>
              <a:ext cx="682751" cy="24871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136902" y="4814646"/>
              <a:ext cx="853439" cy="2487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76041" y="4814646"/>
              <a:ext cx="512064" cy="2487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70758" y="4814646"/>
              <a:ext cx="512063" cy="2487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6696" y="5155057"/>
              <a:ext cx="341375" cy="24841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75308" y="5155057"/>
              <a:ext cx="682752" cy="24841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42186" y="5155057"/>
              <a:ext cx="682751" cy="2484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309113" y="5155057"/>
              <a:ext cx="512063" cy="24841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703830" y="5155057"/>
              <a:ext cx="1024128" cy="24841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75308" y="5406542"/>
              <a:ext cx="512064" cy="24841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569974" y="5406542"/>
              <a:ext cx="512063" cy="2484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319016" y="1802904"/>
              <a:ext cx="3644645" cy="421157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416552" y="187451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338327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0220"/>
                  </a:lnTo>
                  <a:lnTo>
                    <a:pt x="5750" y="3978691"/>
                  </a:lnTo>
                  <a:lnTo>
                    <a:pt x="21431" y="4001939"/>
                  </a:lnTo>
                  <a:lnTo>
                    <a:pt x="44684" y="4017613"/>
                  </a:lnTo>
                  <a:lnTo>
                    <a:pt x="73151" y="4023359"/>
                  </a:lnTo>
                  <a:lnTo>
                    <a:pt x="3383279" y="4023359"/>
                  </a:lnTo>
                  <a:lnTo>
                    <a:pt x="3411747" y="4017613"/>
                  </a:lnTo>
                  <a:lnTo>
                    <a:pt x="3435000" y="4001939"/>
                  </a:lnTo>
                  <a:lnTo>
                    <a:pt x="3450681" y="3978691"/>
                  </a:lnTo>
                  <a:lnTo>
                    <a:pt x="3456431" y="3950220"/>
                  </a:lnTo>
                  <a:lnTo>
                    <a:pt x="3456431" y="73151"/>
                  </a:lnTo>
                  <a:lnTo>
                    <a:pt x="3450681" y="44684"/>
                  </a:lnTo>
                  <a:lnTo>
                    <a:pt x="3435000" y="21431"/>
                  </a:lnTo>
                  <a:lnTo>
                    <a:pt x="3411747" y="5750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16552" y="187451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383279" y="0"/>
                  </a:lnTo>
                  <a:lnTo>
                    <a:pt x="3411747" y="5750"/>
                  </a:lnTo>
                  <a:lnTo>
                    <a:pt x="3435000" y="21431"/>
                  </a:lnTo>
                  <a:lnTo>
                    <a:pt x="3450681" y="44684"/>
                  </a:lnTo>
                  <a:lnTo>
                    <a:pt x="3456431" y="73151"/>
                  </a:lnTo>
                  <a:lnTo>
                    <a:pt x="3456431" y="3950220"/>
                  </a:lnTo>
                  <a:lnTo>
                    <a:pt x="3450681" y="3978691"/>
                  </a:lnTo>
                  <a:lnTo>
                    <a:pt x="3435000" y="4001939"/>
                  </a:lnTo>
                  <a:lnTo>
                    <a:pt x="3411747" y="4017613"/>
                  </a:lnTo>
                  <a:lnTo>
                    <a:pt x="3383279" y="4023359"/>
                  </a:lnTo>
                  <a:lnTo>
                    <a:pt x="73151" y="4023359"/>
                  </a:lnTo>
                  <a:lnTo>
                    <a:pt x="44684" y="4017613"/>
                  </a:lnTo>
                  <a:lnTo>
                    <a:pt x="21431" y="4001939"/>
                  </a:lnTo>
                  <a:lnTo>
                    <a:pt x="5750" y="3978691"/>
                  </a:lnTo>
                  <a:lnTo>
                    <a:pt x="0" y="395022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416552" y="1874519"/>
              <a:ext cx="3456940" cy="109855"/>
            </a:xfrm>
            <a:custGeom>
              <a:avLst/>
              <a:gdLst/>
              <a:ahLst/>
              <a:cxnLst/>
              <a:rect l="l" t="t" r="r" b="b"/>
              <a:pathLst>
                <a:path w="3456940" h="109855">
                  <a:moveTo>
                    <a:pt x="3456432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3456432" y="109727"/>
                  </a:lnTo>
                  <a:lnTo>
                    <a:pt x="3456432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6008" y="2193074"/>
              <a:ext cx="889215" cy="88921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727448" y="2258568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39" h="713739">
                  <a:moveTo>
                    <a:pt x="356615" y="0"/>
                  </a:moveTo>
                  <a:lnTo>
                    <a:pt x="308220" y="3255"/>
                  </a:lnTo>
                  <a:lnTo>
                    <a:pt x="261805" y="12737"/>
                  </a:lnTo>
                  <a:lnTo>
                    <a:pt x="217795" y="28021"/>
                  </a:lnTo>
                  <a:lnTo>
                    <a:pt x="176614" y="48683"/>
                  </a:lnTo>
                  <a:lnTo>
                    <a:pt x="138688" y="74298"/>
                  </a:lnTo>
                  <a:lnTo>
                    <a:pt x="104441" y="104441"/>
                  </a:lnTo>
                  <a:lnTo>
                    <a:pt x="74298" y="138688"/>
                  </a:lnTo>
                  <a:lnTo>
                    <a:pt x="48683" y="176614"/>
                  </a:lnTo>
                  <a:lnTo>
                    <a:pt x="28021" y="217795"/>
                  </a:lnTo>
                  <a:lnTo>
                    <a:pt x="12737" y="261805"/>
                  </a:lnTo>
                  <a:lnTo>
                    <a:pt x="3255" y="308220"/>
                  </a:lnTo>
                  <a:lnTo>
                    <a:pt x="0" y="356616"/>
                  </a:lnTo>
                  <a:lnTo>
                    <a:pt x="3255" y="405011"/>
                  </a:lnTo>
                  <a:lnTo>
                    <a:pt x="12737" y="451426"/>
                  </a:lnTo>
                  <a:lnTo>
                    <a:pt x="28021" y="495436"/>
                  </a:lnTo>
                  <a:lnTo>
                    <a:pt x="48683" y="536617"/>
                  </a:lnTo>
                  <a:lnTo>
                    <a:pt x="74298" y="574543"/>
                  </a:lnTo>
                  <a:lnTo>
                    <a:pt x="104441" y="608790"/>
                  </a:lnTo>
                  <a:lnTo>
                    <a:pt x="138688" y="638933"/>
                  </a:lnTo>
                  <a:lnTo>
                    <a:pt x="176614" y="664548"/>
                  </a:lnTo>
                  <a:lnTo>
                    <a:pt x="217795" y="685210"/>
                  </a:lnTo>
                  <a:lnTo>
                    <a:pt x="261805" y="700494"/>
                  </a:lnTo>
                  <a:lnTo>
                    <a:pt x="308220" y="709976"/>
                  </a:lnTo>
                  <a:lnTo>
                    <a:pt x="356615" y="713232"/>
                  </a:lnTo>
                  <a:lnTo>
                    <a:pt x="405011" y="709976"/>
                  </a:lnTo>
                  <a:lnTo>
                    <a:pt x="451426" y="700494"/>
                  </a:lnTo>
                  <a:lnTo>
                    <a:pt x="495436" y="685210"/>
                  </a:lnTo>
                  <a:lnTo>
                    <a:pt x="536617" y="664548"/>
                  </a:lnTo>
                  <a:lnTo>
                    <a:pt x="574543" y="638933"/>
                  </a:lnTo>
                  <a:lnTo>
                    <a:pt x="608790" y="608790"/>
                  </a:lnTo>
                  <a:lnTo>
                    <a:pt x="638933" y="574543"/>
                  </a:lnTo>
                  <a:lnTo>
                    <a:pt x="664548" y="536617"/>
                  </a:lnTo>
                  <a:lnTo>
                    <a:pt x="685210" y="495436"/>
                  </a:lnTo>
                  <a:lnTo>
                    <a:pt x="700494" y="451426"/>
                  </a:lnTo>
                  <a:lnTo>
                    <a:pt x="709976" y="405011"/>
                  </a:lnTo>
                  <a:lnTo>
                    <a:pt x="713231" y="356616"/>
                  </a:lnTo>
                  <a:lnTo>
                    <a:pt x="709976" y="308220"/>
                  </a:lnTo>
                  <a:lnTo>
                    <a:pt x="700494" y="261805"/>
                  </a:lnTo>
                  <a:lnTo>
                    <a:pt x="685210" y="217795"/>
                  </a:lnTo>
                  <a:lnTo>
                    <a:pt x="664548" y="176614"/>
                  </a:lnTo>
                  <a:lnTo>
                    <a:pt x="638933" y="138688"/>
                  </a:lnTo>
                  <a:lnTo>
                    <a:pt x="608790" y="104441"/>
                  </a:lnTo>
                  <a:lnTo>
                    <a:pt x="574543" y="74298"/>
                  </a:lnTo>
                  <a:lnTo>
                    <a:pt x="536617" y="48683"/>
                  </a:lnTo>
                  <a:lnTo>
                    <a:pt x="495436" y="28021"/>
                  </a:lnTo>
                  <a:lnTo>
                    <a:pt x="451426" y="12737"/>
                  </a:lnTo>
                  <a:lnTo>
                    <a:pt x="405011" y="3255"/>
                  </a:lnTo>
                  <a:lnTo>
                    <a:pt x="356615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 descr="preencoded.png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919979" y="2451176"/>
              <a:ext cx="328091" cy="32809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227697" y="2183002"/>
              <a:ext cx="832103" cy="59893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441315" y="3439667"/>
              <a:ext cx="658367" cy="31699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947283" y="3439667"/>
              <a:ext cx="878230" cy="31699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672961" y="3439667"/>
              <a:ext cx="658368" cy="31699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28083" y="4518405"/>
              <a:ext cx="341375" cy="24841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906391" y="4518405"/>
              <a:ext cx="512063" cy="24841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301106" y="4518405"/>
              <a:ext cx="682751" cy="24841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868035" y="4518405"/>
              <a:ext cx="853820" cy="24841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607429" y="4518405"/>
              <a:ext cx="512064" cy="24841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906391" y="4769866"/>
              <a:ext cx="512063" cy="24841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301106" y="4769866"/>
              <a:ext cx="512063" cy="24841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697347" y="4769866"/>
              <a:ext cx="683158" cy="24841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264529" y="4769866"/>
              <a:ext cx="1024127" cy="24841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174356" y="4769866"/>
              <a:ext cx="512064" cy="24841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28083" y="5110937"/>
              <a:ext cx="341375" cy="24871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906391" y="5110937"/>
              <a:ext cx="512063" cy="24871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301106" y="5110937"/>
              <a:ext cx="682751" cy="24871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868035" y="5110937"/>
              <a:ext cx="853820" cy="24871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607429" y="5110937"/>
              <a:ext cx="512064" cy="24871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049767" y="1802904"/>
              <a:ext cx="3644646" cy="4211574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8147303" y="187451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338327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3950220"/>
                  </a:lnTo>
                  <a:lnTo>
                    <a:pt x="5750" y="3978691"/>
                  </a:lnTo>
                  <a:lnTo>
                    <a:pt x="21431" y="4001939"/>
                  </a:lnTo>
                  <a:lnTo>
                    <a:pt x="44684" y="4017613"/>
                  </a:lnTo>
                  <a:lnTo>
                    <a:pt x="73151" y="4023359"/>
                  </a:lnTo>
                  <a:lnTo>
                    <a:pt x="3383279" y="4023359"/>
                  </a:lnTo>
                  <a:lnTo>
                    <a:pt x="3411747" y="4017613"/>
                  </a:lnTo>
                  <a:lnTo>
                    <a:pt x="3435000" y="4001939"/>
                  </a:lnTo>
                  <a:lnTo>
                    <a:pt x="3450681" y="3978691"/>
                  </a:lnTo>
                  <a:lnTo>
                    <a:pt x="3456431" y="3950220"/>
                  </a:lnTo>
                  <a:lnTo>
                    <a:pt x="3456431" y="73151"/>
                  </a:lnTo>
                  <a:lnTo>
                    <a:pt x="3450681" y="44684"/>
                  </a:lnTo>
                  <a:lnTo>
                    <a:pt x="3435000" y="21431"/>
                  </a:lnTo>
                  <a:lnTo>
                    <a:pt x="3411747" y="5750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147303" y="187451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383279" y="0"/>
                  </a:lnTo>
                  <a:lnTo>
                    <a:pt x="3411747" y="5750"/>
                  </a:lnTo>
                  <a:lnTo>
                    <a:pt x="3435000" y="21431"/>
                  </a:lnTo>
                  <a:lnTo>
                    <a:pt x="3450681" y="44684"/>
                  </a:lnTo>
                  <a:lnTo>
                    <a:pt x="3456431" y="73151"/>
                  </a:lnTo>
                  <a:lnTo>
                    <a:pt x="3456431" y="3950220"/>
                  </a:lnTo>
                  <a:lnTo>
                    <a:pt x="3450681" y="3978691"/>
                  </a:lnTo>
                  <a:lnTo>
                    <a:pt x="3435000" y="4001939"/>
                  </a:lnTo>
                  <a:lnTo>
                    <a:pt x="3411747" y="4017613"/>
                  </a:lnTo>
                  <a:lnTo>
                    <a:pt x="3383279" y="4023359"/>
                  </a:lnTo>
                  <a:lnTo>
                    <a:pt x="73151" y="4023359"/>
                  </a:lnTo>
                  <a:lnTo>
                    <a:pt x="44684" y="4017613"/>
                  </a:lnTo>
                  <a:lnTo>
                    <a:pt x="21431" y="4001939"/>
                  </a:lnTo>
                  <a:lnTo>
                    <a:pt x="5750" y="3978691"/>
                  </a:lnTo>
                  <a:lnTo>
                    <a:pt x="0" y="395022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147303" y="1874519"/>
              <a:ext cx="3456940" cy="109855"/>
            </a:xfrm>
            <a:custGeom>
              <a:avLst/>
              <a:gdLst/>
              <a:ahLst/>
              <a:cxnLst/>
              <a:rect l="l" t="t" r="r" b="b"/>
              <a:pathLst>
                <a:path w="3456940" h="109855">
                  <a:moveTo>
                    <a:pt x="3456432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3456432" y="109727"/>
                  </a:lnTo>
                  <a:lnTo>
                    <a:pt x="3456432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66760" y="2193074"/>
              <a:ext cx="889215" cy="889215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458200" y="2258568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616" y="0"/>
                  </a:moveTo>
                  <a:lnTo>
                    <a:pt x="308220" y="3255"/>
                  </a:lnTo>
                  <a:lnTo>
                    <a:pt x="261805" y="12737"/>
                  </a:lnTo>
                  <a:lnTo>
                    <a:pt x="217795" y="28021"/>
                  </a:lnTo>
                  <a:lnTo>
                    <a:pt x="176614" y="48683"/>
                  </a:lnTo>
                  <a:lnTo>
                    <a:pt x="138688" y="74298"/>
                  </a:lnTo>
                  <a:lnTo>
                    <a:pt x="104441" y="104441"/>
                  </a:lnTo>
                  <a:lnTo>
                    <a:pt x="74298" y="138688"/>
                  </a:lnTo>
                  <a:lnTo>
                    <a:pt x="48683" y="176614"/>
                  </a:lnTo>
                  <a:lnTo>
                    <a:pt x="28021" y="217795"/>
                  </a:lnTo>
                  <a:lnTo>
                    <a:pt x="12737" y="261805"/>
                  </a:lnTo>
                  <a:lnTo>
                    <a:pt x="3255" y="308220"/>
                  </a:lnTo>
                  <a:lnTo>
                    <a:pt x="0" y="356616"/>
                  </a:lnTo>
                  <a:lnTo>
                    <a:pt x="3255" y="405011"/>
                  </a:lnTo>
                  <a:lnTo>
                    <a:pt x="12737" y="451426"/>
                  </a:lnTo>
                  <a:lnTo>
                    <a:pt x="28021" y="495436"/>
                  </a:lnTo>
                  <a:lnTo>
                    <a:pt x="48683" y="536617"/>
                  </a:lnTo>
                  <a:lnTo>
                    <a:pt x="74298" y="574543"/>
                  </a:lnTo>
                  <a:lnTo>
                    <a:pt x="104441" y="608790"/>
                  </a:lnTo>
                  <a:lnTo>
                    <a:pt x="138688" y="638933"/>
                  </a:lnTo>
                  <a:lnTo>
                    <a:pt x="176614" y="664548"/>
                  </a:lnTo>
                  <a:lnTo>
                    <a:pt x="217795" y="685210"/>
                  </a:lnTo>
                  <a:lnTo>
                    <a:pt x="261805" y="700494"/>
                  </a:lnTo>
                  <a:lnTo>
                    <a:pt x="308220" y="709976"/>
                  </a:lnTo>
                  <a:lnTo>
                    <a:pt x="356616" y="713232"/>
                  </a:lnTo>
                  <a:lnTo>
                    <a:pt x="405011" y="709976"/>
                  </a:lnTo>
                  <a:lnTo>
                    <a:pt x="451426" y="700494"/>
                  </a:lnTo>
                  <a:lnTo>
                    <a:pt x="495436" y="685210"/>
                  </a:lnTo>
                  <a:lnTo>
                    <a:pt x="536617" y="664548"/>
                  </a:lnTo>
                  <a:lnTo>
                    <a:pt x="574543" y="638933"/>
                  </a:lnTo>
                  <a:lnTo>
                    <a:pt x="608790" y="608790"/>
                  </a:lnTo>
                  <a:lnTo>
                    <a:pt x="638933" y="574543"/>
                  </a:lnTo>
                  <a:lnTo>
                    <a:pt x="664548" y="536617"/>
                  </a:lnTo>
                  <a:lnTo>
                    <a:pt x="685210" y="495436"/>
                  </a:lnTo>
                  <a:lnTo>
                    <a:pt x="700494" y="451426"/>
                  </a:lnTo>
                  <a:lnTo>
                    <a:pt x="709976" y="405011"/>
                  </a:lnTo>
                  <a:lnTo>
                    <a:pt x="713231" y="356616"/>
                  </a:lnTo>
                  <a:lnTo>
                    <a:pt x="709976" y="308220"/>
                  </a:lnTo>
                  <a:lnTo>
                    <a:pt x="700494" y="261805"/>
                  </a:lnTo>
                  <a:lnTo>
                    <a:pt x="685210" y="217795"/>
                  </a:lnTo>
                  <a:lnTo>
                    <a:pt x="664548" y="176614"/>
                  </a:lnTo>
                  <a:lnTo>
                    <a:pt x="638933" y="138688"/>
                  </a:lnTo>
                  <a:lnTo>
                    <a:pt x="608790" y="104441"/>
                  </a:lnTo>
                  <a:lnTo>
                    <a:pt x="574543" y="74298"/>
                  </a:lnTo>
                  <a:lnTo>
                    <a:pt x="536617" y="48683"/>
                  </a:lnTo>
                  <a:lnTo>
                    <a:pt x="495436" y="28021"/>
                  </a:lnTo>
                  <a:lnTo>
                    <a:pt x="451426" y="12737"/>
                  </a:lnTo>
                  <a:lnTo>
                    <a:pt x="405011" y="3255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 descr="preencoded.png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650731" y="2451176"/>
              <a:ext cx="328091" cy="32809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958829" y="2183002"/>
              <a:ext cx="832561" cy="59893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787384" y="3290900"/>
              <a:ext cx="877824" cy="31729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512808" y="3290900"/>
              <a:ext cx="658825" cy="31729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019029" y="3290900"/>
              <a:ext cx="658368" cy="31729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526522" y="3290900"/>
              <a:ext cx="658368" cy="317296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326879" y="3587241"/>
              <a:ext cx="1317117" cy="316992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459089" y="4518405"/>
              <a:ext cx="341375" cy="24841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637397" y="4518405"/>
              <a:ext cx="512521" cy="248412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9032493" y="4518405"/>
              <a:ext cx="336042" cy="248412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256522" y="4518405"/>
              <a:ext cx="512064" cy="248412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652762" y="4518405"/>
              <a:ext cx="333755" cy="24841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875265" y="4518405"/>
              <a:ext cx="682751" cy="248412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0442193" y="4518405"/>
              <a:ext cx="512064" cy="248412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0838434" y="4518405"/>
              <a:ext cx="512521" cy="24841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8637397" y="4769866"/>
              <a:ext cx="512521" cy="248412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9032493" y="4769866"/>
              <a:ext cx="853440" cy="248412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9771634" y="4769866"/>
              <a:ext cx="512064" cy="248412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459089" y="5110937"/>
              <a:ext cx="341375" cy="248716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8637397" y="5110937"/>
              <a:ext cx="853821" cy="24871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9375393" y="5110937"/>
              <a:ext cx="682751" cy="24871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9942322" y="5110937"/>
              <a:ext cx="512064" cy="248716"/>
            </a:xfrm>
            <a:prstGeom prst="rect">
              <a:avLst/>
            </a:prstGeom>
          </p:spPr>
        </p:pic>
      </p:grpSp>
      <p:grpSp>
        <p:nvGrpSpPr>
          <p:cNvPr id="99" name="object 99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100" name="object 10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107" name="object 107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2348865" cy="228600"/>
            <a:chOff x="960119" y="471169"/>
            <a:chExt cx="234886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69011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5277" y="471169"/>
              <a:ext cx="883920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12517" y="471169"/>
              <a:ext cx="530351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8777" y="471169"/>
              <a:ext cx="640079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49122"/>
            <a:ext cx="3382010" cy="494030"/>
            <a:chOff x="685800" y="849122"/>
            <a:chExt cx="3382010" cy="4940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49122"/>
              <a:ext cx="1752981" cy="493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02433" y="849122"/>
              <a:ext cx="1051559" cy="4937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16250" y="849122"/>
              <a:ext cx="1051560" cy="4937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606468" y="1833310"/>
            <a:ext cx="6550659" cy="4493260"/>
            <a:chOff x="606468" y="1833310"/>
            <a:chExt cx="6550659" cy="4493260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468" y="1833310"/>
              <a:ext cx="6550319" cy="44928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99" y="1874520"/>
              <a:ext cx="6400800" cy="4343400"/>
            </a:xfrm>
            <a:custGeom>
              <a:avLst/>
              <a:gdLst/>
              <a:ahLst/>
              <a:cxnLst/>
              <a:rect l="l" t="t" r="r" b="b"/>
              <a:pathLst>
                <a:path w="6400800" h="4343400">
                  <a:moveTo>
                    <a:pt x="6309359" y="0"/>
                  </a:moveTo>
                  <a:lnTo>
                    <a:pt x="91427" y="0"/>
                  </a:lnTo>
                  <a:lnTo>
                    <a:pt x="55839" y="7179"/>
                  </a:lnTo>
                  <a:lnTo>
                    <a:pt x="26777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4251972"/>
                  </a:lnTo>
                  <a:lnTo>
                    <a:pt x="7184" y="4287560"/>
                  </a:lnTo>
                  <a:lnTo>
                    <a:pt x="26777" y="4316622"/>
                  </a:lnTo>
                  <a:lnTo>
                    <a:pt x="55839" y="4336215"/>
                  </a:lnTo>
                  <a:lnTo>
                    <a:pt x="91427" y="4343400"/>
                  </a:lnTo>
                  <a:lnTo>
                    <a:pt x="6309359" y="4343400"/>
                  </a:lnTo>
                  <a:lnTo>
                    <a:pt x="6344971" y="4336215"/>
                  </a:lnTo>
                  <a:lnTo>
                    <a:pt x="6374034" y="4316622"/>
                  </a:lnTo>
                  <a:lnTo>
                    <a:pt x="6393620" y="4287560"/>
                  </a:lnTo>
                  <a:lnTo>
                    <a:pt x="6400800" y="4251972"/>
                  </a:lnTo>
                  <a:lnTo>
                    <a:pt x="6400800" y="91439"/>
                  </a:lnTo>
                  <a:lnTo>
                    <a:pt x="6393620" y="55828"/>
                  </a:lnTo>
                  <a:lnTo>
                    <a:pt x="6374034" y="26765"/>
                  </a:lnTo>
                  <a:lnTo>
                    <a:pt x="6344971" y="7179"/>
                  </a:lnTo>
                  <a:lnTo>
                    <a:pt x="6309359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799" y="1874520"/>
              <a:ext cx="109855" cy="4343400"/>
            </a:xfrm>
            <a:custGeom>
              <a:avLst/>
              <a:gdLst/>
              <a:ahLst/>
              <a:cxnLst/>
              <a:rect l="l" t="t" r="r" b="b"/>
              <a:pathLst>
                <a:path w="109854" h="4343400">
                  <a:moveTo>
                    <a:pt x="109728" y="0"/>
                  </a:moveTo>
                  <a:lnTo>
                    <a:pt x="0" y="0"/>
                  </a:lnTo>
                  <a:lnTo>
                    <a:pt x="0" y="4343400"/>
                  </a:lnTo>
                  <a:lnTo>
                    <a:pt x="109728" y="4343400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9847" y="2212848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2" y="0"/>
                  </a:moveTo>
                  <a:lnTo>
                    <a:pt x="252807" y="3950"/>
                  </a:lnTo>
                  <a:lnTo>
                    <a:pt x="206376" y="15386"/>
                  </a:lnTo>
                  <a:lnTo>
                    <a:pt x="163081" y="33686"/>
                  </a:lnTo>
                  <a:lnTo>
                    <a:pt x="123542" y="58228"/>
                  </a:lnTo>
                  <a:lnTo>
                    <a:pt x="88382" y="88392"/>
                  </a:lnTo>
                  <a:lnTo>
                    <a:pt x="58221" y="123553"/>
                  </a:lnTo>
                  <a:lnTo>
                    <a:pt x="33681" y="163092"/>
                  </a:lnTo>
                  <a:lnTo>
                    <a:pt x="15383" y="206386"/>
                  </a:lnTo>
                  <a:lnTo>
                    <a:pt x="3949" y="252813"/>
                  </a:lnTo>
                  <a:lnTo>
                    <a:pt x="0" y="301751"/>
                  </a:lnTo>
                  <a:lnTo>
                    <a:pt x="3949" y="350690"/>
                  </a:lnTo>
                  <a:lnTo>
                    <a:pt x="15383" y="397117"/>
                  </a:lnTo>
                  <a:lnTo>
                    <a:pt x="33681" y="440411"/>
                  </a:lnTo>
                  <a:lnTo>
                    <a:pt x="58221" y="479950"/>
                  </a:lnTo>
                  <a:lnTo>
                    <a:pt x="88382" y="515111"/>
                  </a:lnTo>
                  <a:lnTo>
                    <a:pt x="123542" y="545275"/>
                  </a:lnTo>
                  <a:lnTo>
                    <a:pt x="163081" y="569817"/>
                  </a:lnTo>
                  <a:lnTo>
                    <a:pt x="206376" y="588117"/>
                  </a:lnTo>
                  <a:lnTo>
                    <a:pt x="252807" y="599553"/>
                  </a:lnTo>
                  <a:lnTo>
                    <a:pt x="301752" y="603503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2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4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2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69847" y="2212848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0" y="301751"/>
                  </a:moveTo>
                  <a:lnTo>
                    <a:pt x="3949" y="252813"/>
                  </a:lnTo>
                  <a:lnTo>
                    <a:pt x="15383" y="206386"/>
                  </a:lnTo>
                  <a:lnTo>
                    <a:pt x="33681" y="163092"/>
                  </a:lnTo>
                  <a:lnTo>
                    <a:pt x="58221" y="123553"/>
                  </a:lnTo>
                  <a:lnTo>
                    <a:pt x="88382" y="88392"/>
                  </a:lnTo>
                  <a:lnTo>
                    <a:pt x="123542" y="58228"/>
                  </a:lnTo>
                  <a:lnTo>
                    <a:pt x="163081" y="33686"/>
                  </a:lnTo>
                  <a:lnTo>
                    <a:pt x="206376" y="15386"/>
                  </a:lnTo>
                  <a:lnTo>
                    <a:pt x="252807" y="3950"/>
                  </a:lnTo>
                  <a:lnTo>
                    <a:pt x="301752" y="0"/>
                  </a:lnTo>
                  <a:lnTo>
                    <a:pt x="350690" y="3950"/>
                  </a:lnTo>
                  <a:lnTo>
                    <a:pt x="397117" y="15386"/>
                  </a:lnTo>
                  <a:lnTo>
                    <a:pt x="440411" y="33686"/>
                  </a:lnTo>
                  <a:lnTo>
                    <a:pt x="479950" y="58228"/>
                  </a:lnTo>
                  <a:lnTo>
                    <a:pt x="515112" y="88392"/>
                  </a:lnTo>
                  <a:lnTo>
                    <a:pt x="545275" y="123553"/>
                  </a:lnTo>
                  <a:lnTo>
                    <a:pt x="569817" y="163092"/>
                  </a:lnTo>
                  <a:lnTo>
                    <a:pt x="588117" y="206386"/>
                  </a:lnTo>
                  <a:lnTo>
                    <a:pt x="599553" y="252813"/>
                  </a:lnTo>
                  <a:lnTo>
                    <a:pt x="603504" y="301751"/>
                  </a:lnTo>
                  <a:lnTo>
                    <a:pt x="599553" y="350690"/>
                  </a:lnTo>
                  <a:lnTo>
                    <a:pt x="588117" y="397117"/>
                  </a:lnTo>
                  <a:lnTo>
                    <a:pt x="569817" y="440411"/>
                  </a:lnTo>
                  <a:lnTo>
                    <a:pt x="545275" y="479950"/>
                  </a:lnTo>
                  <a:lnTo>
                    <a:pt x="515112" y="515111"/>
                  </a:lnTo>
                  <a:lnTo>
                    <a:pt x="479950" y="545275"/>
                  </a:lnTo>
                  <a:lnTo>
                    <a:pt x="440411" y="569817"/>
                  </a:lnTo>
                  <a:lnTo>
                    <a:pt x="397117" y="588117"/>
                  </a:lnTo>
                  <a:lnTo>
                    <a:pt x="350690" y="599553"/>
                  </a:lnTo>
                  <a:lnTo>
                    <a:pt x="301752" y="603503"/>
                  </a:lnTo>
                  <a:lnTo>
                    <a:pt x="252807" y="599553"/>
                  </a:lnTo>
                  <a:lnTo>
                    <a:pt x="206376" y="588117"/>
                  </a:lnTo>
                  <a:lnTo>
                    <a:pt x="163081" y="569817"/>
                  </a:lnTo>
                  <a:lnTo>
                    <a:pt x="123542" y="545275"/>
                  </a:lnTo>
                  <a:lnTo>
                    <a:pt x="88382" y="515111"/>
                  </a:lnTo>
                  <a:lnTo>
                    <a:pt x="58221" y="479950"/>
                  </a:lnTo>
                  <a:lnTo>
                    <a:pt x="33681" y="440411"/>
                  </a:lnTo>
                  <a:lnTo>
                    <a:pt x="15383" y="397117"/>
                  </a:lnTo>
                  <a:lnTo>
                    <a:pt x="3949" y="350690"/>
                  </a:lnTo>
                  <a:lnTo>
                    <a:pt x="0" y="301751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reencode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2788" y="2375801"/>
              <a:ext cx="277609" cy="2776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83333" y="2344547"/>
              <a:ext cx="658368" cy="3169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87777" y="2344547"/>
              <a:ext cx="658368" cy="3169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69847" y="3058033"/>
              <a:ext cx="1219580" cy="35356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23186" y="3058033"/>
              <a:ext cx="975360" cy="35356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30905" y="3058033"/>
              <a:ext cx="731519" cy="3535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94785" y="3058033"/>
              <a:ext cx="975766" cy="35356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302886" y="3058033"/>
              <a:ext cx="731520" cy="3535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66766" y="3058033"/>
              <a:ext cx="1219200" cy="35356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69847" y="3484752"/>
              <a:ext cx="731977" cy="35356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57781" y="3484752"/>
              <a:ext cx="731519" cy="35356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23186" y="3484752"/>
              <a:ext cx="1219200" cy="35356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98545" y="3484752"/>
              <a:ext cx="230885" cy="35356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252470" y="3484752"/>
              <a:ext cx="975766" cy="35356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62095" y="3484752"/>
              <a:ext cx="731520" cy="35356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624451" y="3484752"/>
              <a:ext cx="487679" cy="35356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944490" y="3484752"/>
              <a:ext cx="731520" cy="35356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06846" y="3484752"/>
              <a:ext cx="975766" cy="35356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69847" y="3911473"/>
              <a:ext cx="1463421" cy="35356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367026" y="3911473"/>
              <a:ext cx="731519" cy="35356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54705" y="3911473"/>
              <a:ext cx="731519" cy="35356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342385" y="3911473"/>
              <a:ext cx="233172" cy="35356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97833" y="3911473"/>
              <a:ext cx="731977" cy="35356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062095" y="3911473"/>
              <a:ext cx="731520" cy="35356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624451" y="3911473"/>
              <a:ext cx="975360" cy="35356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433695" y="3911473"/>
              <a:ext cx="1219580" cy="35356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69847" y="4337888"/>
              <a:ext cx="731977" cy="35387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633981" y="4337888"/>
              <a:ext cx="731519" cy="35387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197861" y="4337888"/>
              <a:ext cx="731519" cy="35387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760217" y="4337888"/>
              <a:ext cx="975359" cy="35387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569461" y="4337888"/>
              <a:ext cx="731977" cy="35387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132198" y="4337888"/>
              <a:ext cx="731520" cy="35387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696078" y="4337888"/>
              <a:ext cx="975360" cy="35387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503798" y="4337888"/>
              <a:ext cx="1219580" cy="35387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479413" y="4337888"/>
              <a:ext cx="155447" cy="353872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7446009" y="1868170"/>
            <a:ext cx="4064000" cy="1311275"/>
            <a:chOff x="7446009" y="1868170"/>
            <a:chExt cx="4064000" cy="1311275"/>
          </a:xfrm>
        </p:grpSpPr>
        <p:sp>
          <p:nvSpPr>
            <p:cNvPr id="53" name="object 53"/>
            <p:cNvSpPr/>
            <p:nvPr/>
          </p:nvSpPr>
          <p:spPr>
            <a:xfrm>
              <a:off x="7452359" y="1874520"/>
              <a:ext cx="4051300" cy="1298575"/>
            </a:xfrm>
            <a:custGeom>
              <a:avLst/>
              <a:gdLst/>
              <a:ahLst/>
              <a:cxnLst/>
              <a:rect l="l" t="t" r="r" b="b"/>
              <a:pathLst>
                <a:path w="4051300" h="1298575">
                  <a:moveTo>
                    <a:pt x="397764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225295"/>
                  </a:lnTo>
                  <a:lnTo>
                    <a:pt x="5750" y="1253763"/>
                  </a:lnTo>
                  <a:lnTo>
                    <a:pt x="21431" y="1277016"/>
                  </a:lnTo>
                  <a:lnTo>
                    <a:pt x="44684" y="1292697"/>
                  </a:lnTo>
                  <a:lnTo>
                    <a:pt x="73151" y="1298447"/>
                  </a:lnTo>
                  <a:lnTo>
                    <a:pt x="3977640" y="1298447"/>
                  </a:lnTo>
                  <a:lnTo>
                    <a:pt x="4006107" y="1292697"/>
                  </a:lnTo>
                  <a:lnTo>
                    <a:pt x="4029360" y="1277016"/>
                  </a:lnTo>
                  <a:lnTo>
                    <a:pt x="4045041" y="1253763"/>
                  </a:lnTo>
                  <a:lnTo>
                    <a:pt x="4050792" y="1225295"/>
                  </a:lnTo>
                  <a:lnTo>
                    <a:pt x="4050792" y="73151"/>
                  </a:lnTo>
                  <a:lnTo>
                    <a:pt x="4045041" y="44684"/>
                  </a:lnTo>
                  <a:lnTo>
                    <a:pt x="4029360" y="21431"/>
                  </a:lnTo>
                  <a:lnTo>
                    <a:pt x="4006107" y="5750"/>
                  </a:lnTo>
                  <a:lnTo>
                    <a:pt x="3977640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452359" y="1874520"/>
              <a:ext cx="4051300" cy="1298575"/>
            </a:xfrm>
            <a:custGeom>
              <a:avLst/>
              <a:gdLst/>
              <a:ahLst/>
              <a:cxnLst/>
              <a:rect l="l" t="t" r="r" b="b"/>
              <a:pathLst>
                <a:path w="4051300" h="129857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977640" y="0"/>
                  </a:lnTo>
                  <a:lnTo>
                    <a:pt x="4006107" y="5750"/>
                  </a:lnTo>
                  <a:lnTo>
                    <a:pt x="4029360" y="21431"/>
                  </a:lnTo>
                  <a:lnTo>
                    <a:pt x="4045041" y="44684"/>
                  </a:lnTo>
                  <a:lnTo>
                    <a:pt x="4050792" y="73151"/>
                  </a:lnTo>
                  <a:lnTo>
                    <a:pt x="4050792" y="1225295"/>
                  </a:lnTo>
                  <a:lnTo>
                    <a:pt x="4045041" y="1253763"/>
                  </a:lnTo>
                  <a:lnTo>
                    <a:pt x="4029360" y="1277016"/>
                  </a:lnTo>
                  <a:lnTo>
                    <a:pt x="4006107" y="1292697"/>
                  </a:lnTo>
                  <a:lnTo>
                    <a:pt x="3977640" y="1298447"/>
                  </a:lnTo>
                  <a:lnTo>
                    <a:pt x="73151" y="1298447"/>
                  </a:lnTo>
                  <a:lnTo>
                    <a:pt x="44684" y="1292697"/>
                  </a:lnTo>
                  <a:lnTo>
                    <a:pt x="21431" y="1277016"/>
                  </a:lnTo>
                  <a:lnTo>
                    <a:pt x="5750" y="1253763"/>
                  </a:lnTo>
                  <a:lnTo>
                    <a:pt x="0" y="1225295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726679" y="224942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 descr="preencoded.png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874761" y="2397607"/>
              <a:ext cx="252374" cy="25237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459088" y="2122043"/>
              <a:ext cx="731977" cy="35356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023349" y="2122043"/>
              <a:ext cx="731520" cy="353567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459088" y="2559431"/>
              <a:ext cx="853821" cy="24841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197085" y="2559431"/>
              <a:ext cx="682751" cy="24841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764013" y="2559431"/>
              <a:ext cx="219455" cy="248412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7446009" y="3349497"/>
            <a:ext cx="4064000" cy="1311275"/>
            <a:chOff x="7446009" y="3349497"/>
            <a:chExt cx="4064000" cy="1311275"/>
          </a:xfrm>
        </p:grpSpPr>
        <p:sp>
          <p:nvSpPr>
            <p:cNvPr id="63" name="object 63"/>
            <p:cNvSpPr/>
            <p:nvPr/>
          </p:nvSpPr>
          <p:spPr>
            <a:xfrm>
              <a:off x="7452359" y="3355847"/>
              <a:ext cx="4051300" cy="1298575"/>
            </a:xfrm>
            <a:custGeom>
              <a:avLst/>
              <a:gdLst/>
              <a:ahLst/>
              <a:cxnLst/>
              <a:rect l="l" t="t" r="r" b="b"/>
              <a:pathLst>
                <a:path w="4051300" h="1298575">
                  <a:moveTo>
                    <a:pt x="397764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225295"/>
                  </a:lnTo>
                  <a:lnTo>
                    <a:pt x="5750" y="1253763"/>
                  </a:lnTo>
                  <a:lnTo>
                    <a:pt x="21431" y="1277016"/>
                  </a:lnTo>
                  <a:lnTo>
                    <a:pt x="44684" y="1292697"/>
                  </a:lnTo>
                  <a:lnTo>
                    <a:pt x="73151" y="1298447"/>
                  </a:lnTo>
                  <a:lnTo>
                    <a:pt x="3977640" y="1298447"/>
                  </a:lnTo>
                  <a:lnTo>
                    <a:pt x="4006107" y="1292697"/>
                  </a:lnTo>
                  <a:lnTo>
                    <a:pt x="4029360" y="1277016"/>
                  </a:lnTo>
                  <a:lnTo>
                    <a:pt x="4045041" y="1253763"/>
                  </a:lnTo>
                  <a:lnTo>
                    <a:pt x="4050792" y="1225295"/>
                  </a:lnTo>
                  <a:lnTo>
                    <a:pt x="4050792" y="73151"/>
                  </a:lnTo>
                  <a:lnTo>
                    <a:pt x="4045041" y="44684"/>
                  </a:lnTo>
                  <a:lnTo>
                    <a:pt x="4029360" y="21431"/>
                  </a:lnTo>
                  <a:lnTo>
                    <a:pt x="4006107" y="5750"/>
                  </a:lnTo>
                  <a:lnTo>
                    <a:pt x="3977640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452359" y="3355847"/>
              <a:ext cx="4051300" cy="1298575"/>
            </a:xfrm>
            <a:custGeom>
              <a:avLst/>
              <a:gdLst/>
              <a:ahLst/>
              <a:cxnLst/>
              <a:rect l="l" t="t" r="r" b="b"/>
              <a:pathLst>
                <a:path w="4051300" h="129857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977640" y="0"/>
                  </a:lnTo>
                  <a:lnTo>
                    <a:pt x="4006107" y="5750"/>
                  </a:lnTo>
                  <a:lnTo>
                    <a:pt x="4029360" y="21431"/>
                  </a:lnTo>
                  <a:lnTo>
                    <a:pt x="4045041" y="44684"/>
                  </a:lnTo>
                  <a:lnTo>
                    <a:pt x="4050792" y="73151"/>
                  </a:lnTo>
                  <a:lnTo>
                    <a:pt x="4050792" y="1225295"/>
                  </a:lnTo>
                  <a:lnTo>
                    <a:pt x="4045041" y="1253763"/>
                  </a:lnTo>
                  <a:lnTo>
                    <a:pt x="4029360" y="1277016"/>
                  </a:lnTo>
                  <a:lnTo>
                    <a:pt x="4006107" y="1292697"/>
                  </a:lnTo>
                  <a:lnTo>
                    <a:pt x="3977640" y="1298447"/>
                  </a:lnTo>
                  <a:lnTo>
                    <a:pt x="73151" y="1298447"/>
                  </a:lnTo>
                  <a:lnTo>
                    <a:pt x="44684" y="1292697"/>
                  </a:lnTo>
                  <a:lnTo>
                    <a:pt x="21431" y="1277016"/>
                  </a:lnTo>
                  <a:lnTo>
                    <a:pt x="5750" y="1253763"/>
                  </a:lnTo>
                  <a:lnTo>
                    <a:pt x="0" y="1225295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726679" y="373075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 descr="preencoded.png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874761" y="3878935"/>
              <a:ext cx="252374" cy="25237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459088" y="3603624"/>
              <a:ext cx="975766" cy="35356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267189" y="3603624"/>
              <a:ext cx="731520" cy="35356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459088" y="4041012"/>
              <a:ext cx="512521" cy="24841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854185" y="4041012"/>
              <a:ext cx="512064" cy="24841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250425" y="4041012"/>
              <a:ext cx="512064" cy="248412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7446009" y="4830826"/>
            <a:ext cx="4064000" cy="1311275"/>
            <a:chOff x="7446009" y="4830826"/>
            <a:chExt cx="4064000" cy="1311275"/>
          </a:xfrm>
        </p:grpSpPr>
        <p:sp>
          <p:nvSpPr>
            <p:cNvPr id="73" name="object 73"/>
            <p:cNvSpPr/>
            <p:nvPr/>
          </p:nvSpPr>
          <p:spPr>
            <a:xfrm>
              <a:off x="7452359" y="4837176"/>
              <a:ext cx="4051300" cy="1298575"/>
            </a:xfrm>
            <a:custGeom>
              <a:avLst/>
              <a:gdLst/>
              <a:ahLst/>
              <a:cxnLst/>
              <a:rect l="l" t="t" r="r" b="b"/>
              <a:pathLst>
                <a:path w="4051300" h="1298575">
                  <a:moveTo>
                    <a:pt x="397764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225296"/>
                  </a:lnTo>
                  <a:lnTo>
                    <a:pt x="5750" y="1253769"/>
                  </a:lnTo>
                  <a:lnTo>
                    <a:pt x="21431" y="1277021"/>
                  </a:lnTo>
                  <a:lnTo>
                    <a:pt x="44684" y="1292699"/>
                  </a:lnTo>
                  <a:lnTo>
                    <a:pt x="73151" y="1298448"/>
                  </a:lnTo>
                  <a:lnTo>
                    <a:pt x="3977640" y="1298448"/>
                  </a:lnTo>
                  <a:lnTo>
                    <a:pt x="4006107" y="1292699"/>
                  </a:lnTo>
                  <a:lnTo>
                    <a:pt x="4029360" y="1277021"/>
                  </a:lnTo>
                  <a:lnTo>
                    <a:pt x="4045041" y="1253769"/>
                  </a:lnTo>
                  <a:lnTo>
                    <a:pt x="4050792" y="1225296"/>
                  </a:lnTo>
                  <a:lnTo>
                    <a:pt x="4050792" y="73151"/>
                  </a:lnTo>
                  <a:lnTo>
                    <a:pt x="4045041" y="44684"/>
                  </a:lnTo>
                  <a:lnTo>
                    <a:pt x="4029360" y="21431"/>
                  </a:lnTo>
                  <a:lnTo>
                    <a:pt x="4006107" y="5750"/>
                  </a:lnTo>
                  <a:lnTo>
                    <a:pt x="3977640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452359" y="4837176"/>
              <a:ext cx="4051300" cy="1298575"/>
            </a:xfrm>
            <a:custGeom>
              <a:avLst/>
              <a:gdLst/>
              <a:ahLst/>
              <a:cxnLst/>
              <a:rect l="l" t="t" r="r" b="b"/>
              <a:pathLst>
                <a:path w="4051300" h="1298575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977640" y="0"/>
                  </a:lnTo>
                  <a:lnTo>
                    <a:pt x="4006107" y="5750"/>
                  </a:lnTo>
                  <a:lnTo>
                    <a:pt x="4029360" y="21431"/>
                  </a:lnTo>
                  <a:lnTo>
                    <a:pt x="4045041" y="44684"/>
                  </a:lnTo>
                  <a:lnTo>
                    <a:pt x="4050792" y="73151"/>
                  </a:lnTo>
                  <a:lnTo>
                    <a:pt x="4050792" y="1225296"/>
                  </a:lnTo>
                  <a:lnTo>
                    <a:pt x="4045041" y="1253769"/>
                  </a:lnTo>
                  <a:lnTo>
                    <a:pt x="4029360" y="1277021"/>
                  </a:lnTo>
                  <a:lnTo>
                    <a:pt x="4006107" y="1292699"/>
                  </a:lnTo>
                  <a:lnTo>
                    <a:pt x="3977640" y="1298448"/>
                  </a:lnTo>
                  <a:lnTo>
                    <a:pt x="73151" y="1298448"/>
                  </a:lnTo>
                  <a:lnTo>
                    <a:pt x="44684" y="1292699"/>
                  </a:lnTo>
                  <a:lnTo>
                    <a:pt x="21431" y="1277021"/>
                  </a:lnTo>
                  <a:lnTo>
                    <a:pt x="5750" y="1253769"/>
                  </a:lnTo>
                  <a:lnTo>
                    <a:pt x="0" y="1225296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726679" y="521208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28"/>
                  </a:lnTo>
                  <a:lnTo>
                    <a:pt x="17161" y="370037"/>
                  </a:lnTo>
                  <a:lnTo>
                    <a:pt x="37450" y="412772"/>
                  </a:lnTo>
                  <a:lnTo>
                    <a:pt x="64513" y="451059"/>
                  </a:lnTo>
                  <a:lnTo>
                    <a:pt x="97575" y="484121"/>
                  </a:lnTo>
                  <a:lnTo>
                    <a:pt x="135861" y="511186"/>
                  </a:lnTo>
                  <a:lnTo>
                    <a:pt x="178597" y="531477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7"/>
                  </a:lnTo>
                  <a:lnTo>
                    <a:pt x="412778" y="511186"/>
                  </a:lnTo>
                  <a:lnTo>
                    <a:pt x="451064" y="484121"/>
                  </a:lnTo>
                  <a:lnTo>
                    <a:pt x="484126" y="451059"/>
                  </a:lnTo>
                  <a:lnTo>
                    <a:pt x="511189" y="412772"/>
                  </a:lnTo>
                  <a:lnTo>
                    <a:pt x="531478" y="370037"/>
                  </a:lnTo>
                  <a:lnTo>
                    <a:pt x="544220" y="323628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 descr="preencoded.png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874761" y="5360212"/>
              <a:ext cx="252374" cy="25237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459088" y="5085334"/>
              <a:ext cx="731977" cy="35356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9023349" y="5085334"/>
              <a:ext cx="731520" cy="35356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459088" y="5522671"/>
              <a:ext cx="512521" cy="24841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854185" y="5522671"/>
              <a:ext cx="512064" cy="24841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9250425" y="5522671"/>
              <a:ext cx="512064" cy="248412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83" name="object 8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89" name="object 89"/>
          <p:cNvGrpSpPr/>
          <p:nvPr/>
        </p:nvGrpSpPr>
        <p:grpSpPr>
          <a:xfrm>
            <a:off x="10315320" y="6490715"/>
            <a:ext cx="1249680" cy="158750"/>
            <a:chOff x="10315320" y="6490715"/>
            <a:chExt cx="1249680" cy="158750"/>
          </a:xfrm>
        </p:grpSpPr>
        <p:pic>
          <p:nvPicPr>
            <p:cNvPr id="90" name="object 9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0315320" y="6490715"/>
              <a:ext cx="329183" cy="158496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0568304" y="6490715"/>
              <a:ext cx="748741" cy="15849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4074160" cy="228600"/>
            <a:chOff x="960119" y="471169"/>
            <a:chExt cx="4074160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906780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5189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0593" y="471169"/>
              <a:ext cx="2313559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49122"/>
            <a:ext cx="2218055" cy="494030"/>
            <a:chOff x="685800" y="849122"/>
            <a:chExt cx="2218055" cy="4940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49122"/>
              <a:ext cx="1402461" cy="493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1913" y="849122"/>
              <a:ext cx="1051560" cy="49377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85800" y="1535938"/>
            <a:ext cx="4923155" cy="239395"/>
            <a:chOff x="685800" y="1535938"/>
            <a:chExt cx="4923155" cy="23939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800" y="1535938"/>
              <a:ext cx="658368" cy="23926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0172" y="1535938"/>
              <a:ext cx="493775" cy="2392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09597" y="1535938"/>
              <a:ext cx="493776" cy="23926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38782" y="1535938"/>
              <a:ext cx="1249133" cy="2392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04642" y="1535938"/>
              <a:ext cx="493776" cy="23926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81070" y="1535938"/>
              <a:ext cx="987920" cy="23926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56227" y="1535938"/>
              <a:ext cx="493775" cy="23926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35703" y="1535938"/>
              <a:ext cx="493775" cy="23926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15178" y="1535938"/>
              <a:ext cx="493775" cy="23926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606449" y="2107568"/>
            <a:ext cx="5361940" cy="3990340"/>
            <a:chOff x="606449" y="2107568"/>
            <a:chExt cx="5361940" cy="3990340"/>
          </a:xfrm>
        </p:grpSpPr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6449" y="2107568"/>
              <a:ext cx="5361636" cy="399010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5799" y="2148840"/>
              <a:ext cx="5212080" cy="3840479"/>
            </a:xfrm>
            <a:custGeom>
              <a:avLst/>
              <a:gdLst/>
              <a:ahLst/>
              <a:cxnLst/>
              <a:rect l="l" t="t" r="r" b="b"/>
              <a:pathLst>
                <a:path w="5212080" h="3840479">
                  <a:moveTo>
                    <a:pt x="5120640" y="0"/>
                  </a:moveTo>
                  <a:lnTo>
                    <a:pt x="91440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3749040"/>
                  </a:lnTo>
                  <a:lnTo>
                    <a:pt x="7186" y="3784630"/>
                  </a:lnTo>
                  <a:lnTo>
                    <a:pt x="26784" y="3813695"/>
                  </a:lnTo>
                  <a:lnTo>
                    <a:pt x="55849" y="3833293"/>
                  </a:lnTo>
                  <a:lnTo>
                    <a:pt x="91440" y="3840479"/>
                  </a:lnTo>
                  <a:lnTo>
                    <a:pt x="5120640" y="3840479"/>
                  </a:lnTo>
                  <a:lnTo>
                    <a:pt x="5156251" y="3833293"/>
                  </a:lnTo>
                  <a:lnTo>
                    <a:pt x="5185314" y="3813695"/>
                  </a:lnTo>
                  <a:lnTo>
                    <a:pt x="5204900" y="3784630"/>
                  </a:lnTo>
                  <a:lnTo>
                    <a:pt x="5212080" y="3749040"/>
                  </a:lnTo>
                  <a:lnTo>
                    <a:pt x="5212080" y="91439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40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97279" y="2514600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4" h="658494">
                  <a:moveTo>
                    <a:pt x="329183" y="0"/>
                  </a:moveTo>
                  <a:lnTo>
                    <a:pt x="280540" y="3567"/>
                  </a:lnTo>
                  <a:lnTo>
                    <a:pt x="234112" y="13932"/>
                  </a:lnTo>
                  <a:lnTo>
                    <a:pt x="190409" y="30585"/>
                  </a:lnTo>
                  <a:lnTo>
                    <a:pt x="149941" y="53018"/>
                  </a:lnTo>
                  <a:lnTo>
                    <a:pt x="113216" y="80722"/>
                  </a:lnTo>
                  <a:lnTo>
                    <a:pt x="80744" y="113190"/>
                  </a:lnTo>
                  <a:lnTo>
                    <a:pt x="53034" y="149913"/>
                  </a:lnTo>
                  <a:lnTo>
                    <a:pt x="30595" y="190382"/>
                  </a:lnTo>
                  <a:lnTo>
                    <a:pt x="13937" y="234089"/>
                  </a:lnTo>
                  <a:lnTo>
                    <a:pt x="3569" y="280525"/>
                  </a:lnTo>
                  <a:lnTo>
                    <a:pt x="0" y="329184"/>
                  </a:lnTo>
                  <a:lnTo>
                    <a:pt x="3569" y="377842"/>
                  </a:lnTo>
                  <a:lnTo>
                    <a:pt x="13937" y="424278"/>
                  </a:lnTo>
                  <a:lnTo>
                    <a:pt x="30595" y="467985"/>
                  </a:lnTo>
                  <a:lnTo>
                    <a:pt x="53034" y="508454"/>
                  </a:lnTo>
                  <a:lnTo>
                    <a:pt x="80744" y="545177"/>
                  </a:lnTo>
                  <a:lnTo>
                    <a:pt x="113216" y="577645"/>
                  </a:lnTo>
                  <a:lnTo>
                    <a:pt x="149941" y="605349"/>
                  </a:lnTo>
                  <a:lnTo>
                    <a:pt x="190409" y="627782"/>
                  </a:lnTo>
                  <a:lnTo>
                    <a:pt x="234112" y="644435"/>
                  </a:lnTo>
                  <a:lnTo>
                    <a:pt x="280540" y="654800"/>
                  </a:lnTo>
                  <a:lnTo>
                    <a:pt x="329183" y="658367"/>
                  </a:lnTo>
                  <a:lnTo>
                    <a:pt x="377842" y="654800"/>
                  </a:lnTo>
                  <a:lnTo>
                    <a:pt x="424278" y="644435"/>
                  </a:lnTo>
                  <a:lnTo>
                    <a:pt x="467985" y="627782"/>
                  </a:lnTo>
                  <a:lnTo>
                    <a:pt x="508454" y="605349"/>
                  </a:lnTo>
                  <a:lnTo>
                    <a:pt x="545177" y="577645"/>
                  </a:lnTo>
                  <a:lnTo>
                    <a:pt x="577645" y="545177"/>
                  </a:lnTo>
                  <a:lnTo>
                    <a:pt x="605349" y="508454"/>
                  </a:lnTo>
                  <a:lnTo>
                    <a:pt x="627782" y="467985"/>
                  </a:lnTo>
                  <a:lnTo>
                    <a:pt x="644435" y="424278"/>
                  </a:lnTo>
                  <a:lnTo>
                    <a:pt x="654800" y="377842"/>
                  </a:lnTo>
                  <a:lnTo>
                    <a:pt x="658368" y="329184"/>
                  </a:lnTo>
                  <a:lnTo>
                    <a:pt x="654800" y="280525"/>
                  </a:lnTo>
                  <a:lnTo>
                    <a:pt x="644435" y="234089"/>
                  </a:lnTo>
                  <a:lnTo>
                    <a:pt x="627782" y="190382"/>
                  </a:lnTo>
                  <a:lnTo>
                    <a:pt x="605349" y="149913"/>
                  </a:lnTo>
                  <a:lnTo>
                    <a:pt x="577645" y="113190"/>
                  </a:lnTo>
                  <a:lnTo>
                    <a:pt x="545177" y="80722"/>
                  </a:lnTo>
                  <a:lnTo>
                    <a:pt x="508454" y="53018"/>
                  </a:lnTo>
                  <a:lnTo>
                    <a:pt x="467985" y="30585"/>
                  </a:lnTo>
                  <a:lnTo>
                    <a:pt x="424278" y="13932"/>
                  </a:lnTo>
                  <a:lnTo>
                    <a:pt x="377842" y="3567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97279" y="2514600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4" h="658494">
                  <a:moveTo>
                    <a:pt x="0" y="329184"/>
                  </a:moveTo>
                  <a:lnTo>
                    <a:pt x="3569" y="280525"/>
                  </a:lnTo>
                  <a:lnTo>
                    <a:pt x="13937" y="234089"/>
                  </a:lnTo>
                  <a:lnTo>
                    <a:pt x="30595" y="190382"/>
                  </a:lnTo>
                  <a:lnTo>
                    <a:pt x="53034" y="149913"/>
                  </a:lnTo>
                  <a:lnTo>
                    <a:pt x="80744" y="113190"/>
                  </a:lnTo>
                  <a:lnTo>
                    <a:pt x="113216" y="80722"/>
                  </a:lnTo>
                  <a:lnTo>
                    <a:pt x="149941" y="53018"/>
                  </a:lnTo>
                  <a:lnTo>
                    <a:pt x="190409" y="30585"/>
                  </a:lnTo>
                  <a:lnTo>
                    <a:pt x="234112" y="13932"/>
                  </a:lnTo>
                  <a:lnTo>
                    <a:pt x="280540" y="3567"/>
                  </a:lnTo>
                  <a:lnTo>
                    <a:pt x="329183" y="0"/>
                  </a:lnTo>
                  <a:lnTo>
                    <a:pt x="377842" y="3567"/>
                  </a:lnTo>
                  <a:lnTo>
                    <a:pt x="424278" y="13932"/>
                  </a:lnTo>
                  <a:lnTo>
                    <a:pt x="467985" y="30585"/>
                  </a:lnTo>
                  <a:lnTo>
                    <a:pt x="508454" y="53018"/>
                  </a:lnTo>
                  <a:lnTo>
                    <a:pt x="545177" y="80722"/>
                  </a:lnTo>
                  <a:lnTo>
                    <a:pt x="577645" y="113190"/>
                  </a:lnTo>
                  <a:lnTo>
                    <a:pt x="605349" y="149913"/>
                  </a:lnTo>
                  <a:lnTo>
                    <a:pt x="627782" y="190382"/>
                  </a:lnTo>
                  <a:lnTo>
                    <a:pt x="644435" y="234089"/>
                  </a:lnTo>
                  <a:lnTo>
                    <a:pt x="654800" y="280525"/>
                  </a:lnTo>
                  <a:lnTo>
                    <a:pt x="658368" y="329184"/>
                  </a:lnTo>
                  <a:lnTo>
                    <a:pt x="654800" y="377842"/>
                  </a:lnTo>
                  <a:lnTo>
                    <a:pt x="644435" y="424278"/>
                  </a:lnTo>
                  <a:lnTo>
                    <a:pt x="627782" y="467985"/>
                  </a:lnTo>
                  <a:lnTo>
                    <a:pt x="605349" y="508454"/>
                  </a:lnTo>
                  <a:lnTo>
                    <a:pt x="577645" y="545177"/>
                  </a:lnTo>
                  <a:lnTo>
                    <a:pt x="545177" y="577645"/>
                  </a:lnTo>
                  <a:lnTo>
                    <a:pt x="508454" y="605349"/>
                  </a:lnTo>
                  <a:lnTo>
                    <a:pt x="467985" y="627782"/>
                  </a:lnTo>
                  <a:lnTo>
                    <a:pt x="424278" y="644435"/>
                  </a:lnTo>
                  <a:lnTo>
                    <a:pt x="377842" y="654800"/>
                  </a:lnTo>
                  <a:lnTo>
                    <a:pt x="329183" y="658367"/>
                  </a:lnTo>
                  <a:lnTo>
                    <a:pt x="280540" y="654800"/>
                  </a:lnTo>
                  <a:lnTo>
                    <a:pt x="234112" y="644435"/>
                  </a:lnTo>
                  <a:lnTo>
                    <a:pt x="190409" y="627782"/>
                  </a:lnTo>
                  <a:lnTo>
                    <a:pt x="149941" y="605349"/>
                  </a:lnTo>
                  <a:lnTo>
                    <a:pt x="113216" y="577645"/>
                  </a:lnTo>
                  <a:lnTo>
                    <a:pt x="80744" y="545177"/>
                  </a:lnTo>
                  <a:lnTo>
                    <a:pt x="53034" y="508454"/>
                  </a:lnTo>
                  <a:lnTo>
                    <a:pt x="30595" y="467985"/>
                  </a:lnTo>
                  <a:lnTo>
                    <a:pt x="13937" y="424278"/>
                  </a:lnTo>
                  <a:lnTo>
                    <a:pt x="3569" y="377842"/>
                  </a:lnTo>
                  <a:lnTo>
                    <a:pt x="0" y="329184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preencoded.png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75079" y="2692323"/>
              <a:ext cx="302844" cy="3028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966213" y="2637155"/>
              <a:ext cx="525780" cy="2484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376169" y="2637155"/>
              <a:ext cx="228600" cy="2484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51559" y="3155264"/>
              <a:ext cx="2682620" cy="126979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42741" y="3880992"/>
              <a:ext cx="754380" cy="35356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97279" y="4836922"/>
              <a:ext cx="677113" cy="31699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21789" y="4836922"/>
              <a:ext cx="676656" cy="3169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44522" y="4836922"/>
              <a:ext cx="902208" cy="31699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97279" y="5300217"/>
              <a:ext cx="1044155" cy="21183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066797" y="5300217"/>
              <a:ext cx="438912" cy="211835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6147796" y="2104618"/>
            <a:ext cx="5346065" cy="3974465"/>
            <a:chOff x="6147796" y="2104618"/>
            <a:chExt cx="5346065" cy="3974465"/>
          </a:xfrm>
        </p:grpSpPr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47796" y="2104618"/>
              <a:ext cx="5345468" cy="397388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217920" y="2148839"/>
              <a:ext cx="5212080" cy="3840479"/>
            </a:xfrm>
            <a:custGeom>
              <a:avLst/>
              <a:gdLst/>
              <a:ahLst/>
              <a:cxnLst/>
              <a:rect l="l" t="t" r="r" b="b"/>
              <a:pathLst>
                <a:path w="5212080" h="3840479">
                  <a:moveTo>
                    <a:pt x="5120639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3749040"/>
                  </a:lnTo>
                  <a:lnTo>
                    <a:pt x="7179" y="3784630"/>
                  </a:lnTo>
                  <a:lnTo>
                    <a:pt x="26765" y="3813695"/>
                  </a:lnTo>
                  <a:lnTo>
                    <a:pt x="55828" y="3833293"/>
                  </a:lnTo>
                  <a:lnTo>
                    <a:pt x="91439" y="3840479"/>
                  </a:lnTo>
                  <a:lnTo>
                    <a:pt x="5120639" y="3840479"/>
                  </a:lnTo>
                  <a:lnTo>
                    <a:pt x="5156251" y="3833293"/>
                  </a:lnTo>
                  <a:lnTo>
                    <a:pt x="5185314" y="3813695"/>
                  </a:lnTo>
                  <a:lnTo>
                    <a:pt x="5204900" y="3784630"/>
                  </a:lnTo>
                  <a:lnTo>
                    <a:pt x="5212080" y="3749040"/>
                  </a:lnTo>
                  <a:lnTo>
                    <a:pt x="5212080" y="91439"/>
                  </a:lnTo>
                  <a:lnTo>
                    <a:pt x="5204900" y="55828"/>
                  </a:lnTo>
                  <a:lnTo>
                    <a:pt x="5185314" y="26765"/>
                  </a:lnTo>
                  <a:lnTo>
                    <a:pt x="5156251" y="7179"/>
                  </a:lnTo>
                  <a:lnTo>
                    <a:pt x="5120639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17920" y="2148839"/>
              <a:ext cx="5212080" cy="3840479"/>
            </a:xfrm>
            <a:custGeom>
              <a:avLst/>
              <a:gdLst/>
              <a:ahLst/>
              <a:cxnLst/>
              <a:rect l="l" t="t" r="r" b="b"/>
              <a:pathLst>
                <a:path w="5212080" h="384047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5120639" y="0"/>
                  </a:lnTo>
                  <a:lnTo>
                    <a:pt x="5156251" y="7179"/>
                  </a:lnTo>
                  <a:lnTo>
                    <a:pt x="5185314" y="26765"/>
                  </a:lnTo>
                  <a:lnTo>
                    <a:pt x="5204900" y="55828"/>
                  </a:lnTo>
                  <a:lnTo>
                    <a:pt x="5212080" y="91439"/>
                  </a:lnTo>
                  <a:lnTo>
                    <a:pt x="5212080" y="3749040"/>
                  </a:lnTo>
                  <a:lnTo>
                    <a:pt x="5204900" y="3784630"/>
                  </a:lnTo>
                  <a:lnTo>
                    <a:pt x="5185314" y="3813695"/>
                  </a:lnTo>
                  <a:lnTo>
                    <a:pt x="5156251" y="3833293"/>
                  </a:lnTo>
                  <a:lnTo>
                    <a:pt x="5120639" y="3840479"/>
                  </a:lnTo>
                  <a:lnTo>
                    <a:pt x="91439" y="3840479"/>
                  </a:lnTo>
                  <a:lnTo>
                    <a:pt x="55828" y="3833293"/>
                  </a:lnTo>
                  <a:lnTo>
                    <a:pt x="26765" y="3813695"/>
                  </a:lnTo>
                  <a:lnTo>
                    <a:pt x="7179" y="3784630"/>
                  </a:lnTo>
                  <a:lnTo>
                    <a:pt x="0" y="374904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29400" y="2514599"/>
              <a:ext cx="658495" cy="658495"/>
            </a:xfrm>
            <a:custGeom>
              <a:avLst/>
              <a:gdLst/>
              <a:ahLst/>
              <a:cxnLst/>
              <a:rect l="l" t="t" r="r" b="b"/>
              <a:pathLst>
                <a:path w="658495" h="658494">
                  <a:moveTo>
                    <a:pt x="329183" y="0"/>
                  </a:moveTo>
                  <a:lnTo>
                    <a:pt x="280525" y="3567"/>
                  </a:lnTo>
                  <a:lnTo>
                    <a:pt x="234089" y="13932"/>
                  </a:lnTo>
                  <a:lnTo>
                    <a:pt x="190382" y="30585"/>
                  </a:lnTo>
                  <a:lnTo>
                    <a:pt x="149913" y="53018"/>
                  </a:lnTo>
                  <a:lnTo>
                    <a:pt x="113190" y="80722"/>
                  </a:lnTo>
                  <a:lnTo>
                    <a:pt x="80722" y="113190"/>
                  </a:lnTo>
                  <a:lnTo>
                    <a:pt x="53018" y="149913"/>
                  </a:lnTo>
                  <a:lnTo>
                    <a:pt x="30585" y="190382"/>
                  </a:lnTo>
                  <a:lnTo>
                    <a:pt x="13932" y="234089"/>
                  </a:lnTo>
                  <a:lnTo>
                    <a:pt x="3567" y="280525"/>
                  </a:lnTo>
                  <a:lnTo>
                    <a:pt x="0" y="329184"/>
                  </a:lnTo>
                  <a:lnTo>
                    <a:pt x="3567" y="377842"/>
                  </a:lnTo>
                  <a:lnTo>
                    <a:pt x="13932" y="424278"/>
                  </a:lnTo>
                  <a:lnTo>
                    <a:pt x="30585" y="467985"/>
                  </a:lnTo>
                  <a:lnTo>
                    <a:pt x="53018" y="508454"/>
                  </a:lnTo>
                  <a:lnTo>
                    <a:pt x="80722" y="545177"/>
                  </a:lnTo>
                  <a:lnTo>
                    <a:pt x="113190" y="577645"/>
                  </a:lnTo>
                  <a:lnTo>
                    <a:pt x="149913" y="605349"/>
                  </a:lnTo>
                  <a:lnTo>
                    <a:pt x="190382" y="627782"/>
                  </a:lnTo>
                  <a:lnTo>
                    <a:pt x="234089" y="644435"/>
                  </a:lnTo>
                  <a:lnTo>
                    <a:pt x="280525" y="654800"/>
                  </a:lnTo>
                  <a:lnTo>
                    <a:pt x="329183" y="658367"/>
                  </a:lnTo>
                  <a:lnTo>
                    <a:pt x="377842" y="654800"/>
                  </a:lnTo>
                  <a:lnTo>
                    <a:pt x="424278" y="644435"/>
                  </a:lnTo>
                  <a:lnTo>
                    <a:pt x="467985" y="627782"/>
                  </a:lnTo>
                  <a:lnTo>
                    <a:pt x="508454" y="605349"/>
                  </a:lnTo>
                  <a:lnTo>
                    <a:pt x="545177" y="577645"/>
                  </a:lnTo>
                  <a:lnTo>
                    <a:pt x="577645" y="545177"/>
                  </a:lnTo>
                  <a:lnTo>
                    <a:pt x="605349" y="508454"/>
                  </a:lnTo>
                  <a:lnTo>
                    <a:pt x="627782" y="467985"/>
                  </a:lnTo>
                  <a:lnTo>
                    <a:pt x="644435" y="424278"/>
                  </a:lnTo>
                  <a:lnTo>
                    <a:pt x="654800" y="377842"/>
                  </a:lnTo>
                  <a:lnTo>
                    <a:pt x="658368" y="329184"/>
                  </a:lnTo>
                  <a:lnTo>
                    <a:pt x="654800" y="280525"/>
                  </a:lnTo>
                  <a:lnTo>
                    <a:pt x="644435" y="234089"/>
                  </a:lnTo>
                  <a:lnTo>
                    <a:pt x="627782" y="190382"/>
                  </a:lnTo>
                  <a:lnTo>
                    <a:pt x="605349" y="149913"/>
                  </a:lnTo>
                  <a:lnTo>
                    <a:pt x="577645" y="113190"/>
                  </a:lnTo>
                  <a:lnTo>
                    <a:pt x="545177" y="80722"/>
                  </a:lnTo>
                  <a:lnTo>
                    <a:pt x="508454" y="53018"/>
                  </a:lnTo>
                  <a:lnTo>
                    <a:pt x="467985" y="30585"/>
                  </a:lnTo>
                  <a:lnTo>
                    <a:pt x="424278" y="13932"/>
                  </a:lnTo>
                  <a:lnTo>
                    <a:pt x="377842" y="3567"/>
                  </a:lnTo>
                  <a:lnTo>
                    <a:pt x="329183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 descr="preencoded.png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07200" y="2692323"/>
              <a:ext cx="302844" cy="3028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498969" y="2637154"/>
              <a:ext cx="525779" cy="24841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908925" y="2637154"/>
              <a:ext cx="228600" cy="24841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584569" y="3155264"/>
              <a:ext cx="1914144" cy="126979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100949" y="3880992"/>
              <a:ext cx="571500" cy="35356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630289" y="4836922"/>
              <a:ext cx="902207" cy="31699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380097" y="4836922"/>
              <a:ext cx="676655" cy="31699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902829" y="4836922"/>
              <a:ext cx="676655" cy="3169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427085" y="4836922"/>
              <a:ext cx="677113" cy="31699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630289" y="5300217"/>
              <a:ext cx="1792477" cy="211835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51" name="object 5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58" name="object 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2895600" cy="228600"/>
            <a:chOff x="960119" y="471169"/>
            <a:chExt cx="2895600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906780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5189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0593" y="471169"/>
              <a:ext cx="1134999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87222"/>
            <a:ext cx="7766050" cy="424180"/>
            <a:chOff x="685800" y="887222"/>
            <a:chExt cx="7766050" cy="42418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87222"/>
              <a:ext cx="2613787" cy="4236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45789" y="887222"/>
              <a:ext cx="901141" cy="4236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47210" y="887222"/>
              <a:ext cx="1200912" cy="4236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8478" y="887222"/>
              <a:ext cx="1200912" cy="4236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49746" y="887222"/>
              <a:ext cx="901141" cy="4236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51040" y="887222"/>
              <a:ext cx="900683" cy="4236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50556" y="887222"/>
              <a:ext cx="1200912" cy="42367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79450" y="1738831"/>
            <a:ext cx="11179810" cy="4340225"/>
            <a:chOff x="679450" y="1738831"/>
            <a:chExt cx="11179810" cy="4340225"/>
          </a:xfrm>
        </p:grpSpPr>
        <p:sp>
          <p:nvSpPr>
            <p:cNvPr id="16" name="object 16"/>
            <p:cNvSpPr/>
            <p:nvPr/>
          </p:nvSpPr>
          <p:spPr>
            <a:xfrm>
              <a:off x="685800" y="1783079"/>
              <a:ext cx="3733800" cy="4206240"/>
            </a:xfrm>
            <a:custGeom>
              <a:avLst/>
              <a:gdLst/>
              <a:ahLst/>
              <a:cxnLst/>
              <a:rect l="l" t="t" r="r" b="b"/>
              <a:pathLst>
                <a:path w="3733800" h="4206240">
                  <a:moveTo>
                    <a:pt x="3668903" y="0"/>
                  </a:moveTo>
                  <a:lnTo>
                    <a:pt x="64935" y="0"/>
                  </a:lnTo>
                  <a:lnTo>
                    <a:pt x="39658" y="5103"/>
                  </a:lnTo>
                  <a:lnTo>
                    <a:pt x="19018" y="19018"/>
                  </a:lnTo>
                  <a:lnTo>
                    <a:pt x="5102" y="39647"/>
                  </a:lnTo>
                  <a:lnTo>
                    <a:pt x="0" y="64897"/>
                  </a:lnTo>
                  <a:lnTo>
                    <a:pt x="0" y="4141304"/>
                  </a:lnTo>
                  <a:lnTo>
                    <a:pt x="5102" y="4166581"/>
                  </a:lnTo>
                  <a:lnTo>
                    <a:pt x="19018" y="4187221"/>
                  </a:lnTo>
                  <a:lnTo>
                    <a:pt x="39658" y="4201137"/>
                  </a:lnTo>
                  <a:lnTo>
                    <a:pt x="64935" y="4206240"/>
                  </a:lnTo>
                  <a:lnTo>
                    <a:pt x="3668903" y="4206240"/>
                  </a:lnTo>
                  <a:lnTo>
                    <a:pt x="3694152" y="4201137"/>
                  </a:lnTo>
                  <a:lnTo>
                    <a:pt x="3714781" y="4187221"/>
                  </a:lnTo>
                  <a:lnTo>
                    <a:pt x="3728696" y="4166581"/>
                  </a:lnTo>
                  <a:lnTo>
                    <a:pt x="3733800" y="4141304"/>
                  </a:lnTo>
                  <a:lnTo>
                    <a:pt x="3733800" y="64897"/>
                  </a:lnTo>
                  <a:lnTo>
                    <a:pt x="3728696" y="39647"/>
                  </a:lnTo>
                  <a:lnTo>
                    <a:pt x="3714781" y="19018"/>
                  </a:lnTo>
                  <a:lnTo>
                    <a:pt x="3694152" y="5103"/>
                  </a:lnTo>
                  <a:lnTo>
                    <a:pt x="3668903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800" y="1783079"/>
              <a:ext cx="3733800" cy="4206240"/>
            </a:xfrm>
            <a:custGeom>
              <a:avLst/>
              <a:gdLst/>
              <a:ahLst/>
              <a:cxnLst/>
              <a:rect l="l" t="t" r="r" b="b"/>
              <a:pathLst>
                <a:path w="3733800" h="4206240">
                  <a:moveTo>
                    <a:pt x="0" y="64897"/>
                  </a:moveTo>
                  <a:lnTo>
                    <a:pt x="5102" y="39647"/>
                  </a:lnTo>
                  <a:lnTo>
                    <a:pt x="19018" y="19018"/>
                  </a:lnTo>
                  <a:lnTo>
                    <a:pt x="39658" y="5103"/>
                  </a:lnTo>
                  <a:lnTo>
                    <a:pt x="64935" y="0"/>
                  </a:lnTo>
                  <a:lnTo>
                    <a:pt x="3668903" y="0"/>
                  </a:lnTo>
                  <a:lnTo>
                    <a:pt x="3694152" y="5103"/>
                  </a:lnTo>
                  <a:lnTo>
                    <a:pt x="3714781" y="19018"/>
                  </a:lnTo>
                  <a:lnTo>
                    <a:pt x="3728696" y="39647"/>
                  </a:lnTo>
                  <a:lnTo>
                    <a:pt x="3733800" y="64897"/>
                  </a:lnTo>
                  <a:lnTo>
                    <a:pt x="3733800" y="4141304"/>
                  </a:lnTo>
                  <a:lnTo>
                    <a:pt x="3728696" y="4166581"/>
                  </a:lnTo>
                  <a:lnTo>
                    <a:pt x="3714781" y="4187221"/>
                  </a:lnTo>
                  <a:lnTo>
                    <a:pt x="3694152" y="4201137"/>
                  </a:lnTo>
                  <a:lnTo>
                    <a:pt x="3668903" y="4206240"/>
                  </a:lnTo>
                  <a:lnTo>
                    <a:pt x="64935" y="4206240"/>
                  </a:lnTo>
                  <a:lnTo>
                    <a:pt x="39658" y="4201137"/>
                  </a:lnTo>
                  <a:lnTo>
                    <a:pt x="19018" y="4187221"/>
                  </a:lnTo>
                  <a:lnTo>
                    <a:pt x="5102" y="4166581"/>
                  </a:lnTo>
                  <a:lnTo>
                    <a:pt x="0" y="4141304"/>
                  </a:lnTo>
                  <a:lnTo>
                    <a:pt x="0" y="64897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5800" y="1783079"/>
              <a:ext cx="73660" cy="4206240"/>
            </a:xfrm>
            <a:custGeom>
              <a:avLst/>
              <a:gdLst/>
              <a:ahLst/>
              <a:cxnLst/>
              <a:rect l="l" t="t" r="r" b="b"/>
              <a:pathLst>
                <a:path w="73659" h="4206240">
                  <a:moveTo>
                    <a:pt x="73151" y="0"/>
                  </a:moveTo>
                  <a:lnTo>
                    <a:pt x="0" y="0"/>
                  </a:lnTo>
                  <a:lnTo>
                    <a:pt x="0" y="4206240"/>
                  </a:lnTo>
                  <a:lnTo>
                    <a:pt x="73151" y="420624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51559" y="2088514"/>
              <a:ext cx="599389" cy="2819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6633" y="2088514"/>
              <a:ext cx="598931" cy="2819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1559" y="2690494"/>
              <a:ext cx="494233" cy="23926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31290" y="2690494"/>
              <a:ext cx="987552" cy="2392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06066" y="2690494"/>
              <a:ext cx="822959" cy="23926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16250" y="2690494"/>
              <a:ext cx="658368" cy="2392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60317" y="2690494"/>
              <a:ext cx="494233" cy="23926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1559" y="2957194"/>
              <a:ext cx="658774" cy="2392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95882" y="2957194"/>
              <a:ext cx="607161" cy="23926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01850" y="2957194"/>
              <a:ext cx="493775" cy="23926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81326" y="2957194"/>
              <a:ext cx="658368" cy="23926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25394" y="2957194"/>
              <a:ext cx="658368" cy="23926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70985" y="2957194"/>
              <a:ext cx="494233" cy="23926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900551" y="2957194"/>
              <a:ext cx="153162" cy="23926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51559" y="3225418"/>
              <a:ext cx="876490" cy="23926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854961" y="3225418"/>
              <a:ext cx="658368" cy="23926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399029" y="3225418"/>
              <a:ext cx="1534921" cy="23926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848735" y="3225418"/>
              <a:ext cx="329184" cy="23926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51559" y="3492119"/>
              <a:ext cx="823341" cy="23926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761997" y="3492119"/>
              <a:ext cx="493775" cy="23926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141474" y="3492119"/>
              <a:ext cx="987551" cy="23926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016250" y="3492119"/>
              <a:ext cx="658368" cy="2392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560317" y="3492119"/>
              <a:ext cx="494233" cy="23926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051559" y="4069079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210312" y="0"/>
                  </a:moveTo>
                  <a:lnTo>
                    <a:pt x="162088" y="5551"/>
                  </a:lnTo>
                  <a:lnTo>
                    <a:pt x="117821" y="21367"/>
                  </a:lnTo>
                  <a:lnTo>
                    <a:pt x="78771" y="46186"/>
                  </a:lnTo>
                  <a:lnTo>
                    <a:pt x="46202" y="78750"/>
                  </a:lnTo>
                  <a:lnTo>
                    <a:pt x="21375" y="117798"/>
                  </a:lnTo>
                  <a:lnTo>
                    <a:pt x="5554" y="162072"/>
                  </a:lnTo>
                  <a:lnTo>
                    <a:pt x="0" y="210312"/>
                  </a:lnTo>
                  <a:lnTo>
                    <a:pt x="5554" y="258551"/>
                  </a:lnTo>
                  <a:lnTo>
                    <a:pt x="21375" y="302825"/>
                  </a:lnTo>
                  <a:lnTo>
                    <a:pt x="46202" y="341873"/>
                  </a:lnTo>
                  <a:lnTo>
                    <a:pt x="78771" y="374437"/>
                  </a:lnTo>
                  <a:lnTo>
                    <a:pt x="117821" y="399256"/>
                  </a:lnTo>
                  <a:lnTo>
                    <a:pt x="162088" y="415072"/>
                  </a:lnTo>
                  <a:lnTo>
                    <a:pt x="210312" y="420624"/>
                  </a:lnTo>
                  <a:lnTo>
                    <a:pt x="258551" y="415072"/>
                  </a:lnTo>
                  <a:lnTo>
                    <a:pt x="302825" y="399256"/>
                  </a:lnTo>
                  <a:lnTo>
                    <a:pt x="341873" y="374437"/>
                  </a:lnTo>
                  <a:lnTo>
                    <a:pt x="374437" y="341873"/>
                  </a:lnTo>
                  <a:lnTo>
                    <a:pt x="399256" y="302825"/>
                  </a:lnTo>
                  <a:lnTo>
                    <a:pt x="415072" y="258551"/>
                  </a:lnTo>
                  <a:lnTo>
                    <a:pt x="420624" y="210312"/>
                  </a:lnTo>
                  <a:lnTo>
                    <a:pt x="415072" y="162072"/>
                  </a:lnTo>
                  <a:lnTo>
                    <a:pt x="399256" y="117798"/>
                  </a:lnTo>
                  <a:lnTo>
                    <a:pt x="374437" y="78750"/>
                  </a:lnTo>
                  <a:lnTo>
                    <a:pt x="341873" y="46186"/>
                  </a:lnTo>
                  <a:lnTo>
                    <a:pt x="302825" y="21367"/>
                  </a:lnTo>
                  <a:lnTo>
                    <a:pt x="258551" y="5551"/>
                  </a:lnTo>
                  <a:lnTo>
                    <a:pt x="210312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 descr="preencoded.png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65123" y="4182681"/>
              <a:ext cx="193484" cy="19348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600453" y="4162297"/>
              <a:ext cx="470916" cy="21945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66213" y="4162297"/>
              <a:ext cx="1514728" cy="219456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51559" y="4672583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210312" y="0"/>
                  </a:moveTo>
                  <a:lnTo>
                    <a:pt x="162088" y="5551"/>
                  </a:lnTo>
                  <a:lnTo>
                    <a:pt x="117821" y="21367"/>
                  </a:lnTo>
                  <a:lnTo>
                    <a:pt x="78771" y="46186"/>
                  </a:lnTo>
                  <a:lnTo>
                    <a:pt x="46202" y="78750"/>
                  </a:lnTo>
                  <a:lnTo>
                    <a:pt x="21375" y="117798"/>
                  </a:lnTo>
                  <a:lnTo>
                    <a:pt x="5554" y="162072"/>
                  </a:lnTo>
                  <a:lnTo>
                    <a:pt x="0" y="210312"/>
                  </a:lnTo>
                  <a:lnTo>
                    <a:pt x="5554" y="258551"/>
                  </a:lnTo>
                  <a:lnTo>
                    <a:pt x="21375" y="302825"/>
                  </a:lnTo>
                  <a:lnTo>
                    <a:pt x="46202" y="341873"/>
                  </a:lnTo>
                  <a:lnTo>
                    <a:pt x="78771" y="374437"/>
                  </a:lnTo>
                  <a:lnTo>
                    <a:pt x="117821" y="399256"/>
                  </a:lnTo>
                  <a:lnTo>
                    <a:pt x="162088" y="415072"/>
                  </a:lnTo>
                  <a:lnTo>
                    <a:pt x="210312" y="420624"/>
                  </a:lnTo>
                  <a:lnTo>
                    <a:pt x="258551" y="415072"/>
                  </a:lnTo>
                  <a:lnTo>
                    <a:pt x="302825" y="399256"/>
                  </a:lnTo>
                  <a:lnTo>
                    <a:pt x="341873" y="374437"/>
                  </a:lnTo>
                  <a:lnTo>
                    <a:pt x="374437" y="341873"/>
                  </a:lnTo>
                  <a:lnTo>
                    <a:pt x="399256" y="302825"/>
                  </a:lnTo>
                  <a:lnTo>
                    <a:pt x="415072" y="258551"/>
                  </a:lnTo>
                  <a:lnTo>
                    <a:pt x="420624" y="210312"/>
                  </a:lnTo>
                  <a:lnTo>
                    <a:pt x="415072" y="162072"/>
                  </a:lnTo>
                  <a:lnTo>
                    <a:pt x="399256" y="117798"/>
                  </a:lnTo>
                  <a:lnTo>
                    <a:pt x="374437" y="78750"/>
                  </a:lnTo>
                  <a:lnTo>
                    <a:pt x="341873" y="46186"/>
                  </a:lnTo>
                  <a:lnTo>
                    <a:pt x="302825" y="21367"/>
                  </a:lnTo>
                  <a:lnTo>
                    <a:pt x="258551" y="5551"/>
                  </a:lnTo>
                  <a:lnTo>
                    <a:pt x="210312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 descr="preencoded.png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65123" y="4786185"/>
              <a:ext cx="193484" cy="19348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600453" y="4765801"/>
              <a:ext cx="966685" cy="21945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498089" y="4765801"/>
              <a:ext cx="457200" cy="21945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848610" y="4765801"/>
              <a:ext cx="457200" cy="219456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51559" y="5276088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210312" y="0"/>
                  </a:moveTo>
                  <a:lnTo>
                    <a:pt x="162088" y="5551"/>
                  </a:lnTo>
                  <a:lnTo>
                    <a:pt x="117821" y="21367"/>
                  </a:lnTo>
                  <a:lnTo>
                    <a:pt x="78771" y="46186"/>
                  </a:lnTo>
                  <a:lnTo>
                    <a:pt x="46202" y="78750"/>
                  </a:lnTo>
                  <a:lnTo>
                    <a:pt x="21375" y="117798"/>
                  </a:lnTo>
                  <a:lnTo>
                    <a:pt x="5554" y="162072"/>
                  </a:lnTo>
                  <a:lnTo>
                    <a:pt x="0" y="210312"/>
                  </a:lnTo>
                  <a:lnTo>
                    <a:pt x="5554" y="258535"/>
                  </a:lnTo>
                  <a:lnTo>
                    <a:pt x="21375" y="302802"/>
                  </a:lnTo>
                  <a:lnTo>
                    <a:pt x="46202" y="341852"/>
                  </a:lnTo>
                  <a:lnTo>
                    <a:pt x="78771" y="374421"/>
                  </a:lnTo>
                  <a:lnTo>
                    <a:pt x="117821" y="399248"/>
                  </a:lnTo>
                  <a:lnTo>
                    <a:pt x="162088" y="415069"/>
                  </a:lnTo>
                  <a:lnTo>
                    <a:pt x="210312" y="420624"/>
                  </a:lnTo>
                  <a:lnTo>
                    <a:pt x="258551" y="415069"/>
                  </a:lnTo>
                  <a:lnTo>
                    <a:pt x="302825" y="399248"/>
                  </a:lnTo>
                  <a:lnTo>
                    <a:pt x="341873" y="374421"/>
                  </a:lnTo>
                  <a:lnTo>
                    <a:pt x="374437" y="341852"/>
                  </a:lnTo>
                  <a:lnTo>
                    <a:pt x="399256" y="302802"/>
                  </a:lnTo>
                  <a:lnTo>
                    <a:pt x="415072" y="258535"/>
                  </a:lnTo>
                  <a:lnTo>
                    <a:pt x="420624" y="210312"/>
                  </a:lnTo>
                  <a:lnTo>
                    <a:pt x="415072" y="162072"/>
                  </a:lnTo>
                  <a:lnTo>
                    <a:pt x="399256" y="117798"/>
                  </a:lnTo>
                  <a:lnTo>
                    <a:pt x="374437" y="78750"/>
                  </a:lnTo>
                  <a:lnTo>
                    <a:pt x="341873" y="46186"/>
                  </a:lnTo>
                  <a:lnTo>
                    <a:pt x="302825" y="21367"/>
                  </a:lnTo>
                  <a:lnTo>
                    <a:pt x="258551" y="5551"/>
                  </a:lnTo>
                  <a:lnTo>
                    <a:pt x="210312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 descr="preencoded.png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65123" y="5389689"/>
              <a:ext cx="193484" cy="19348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00453" y="5369661"/>
              <a:ext cx="491947" cy="21945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010410" y="5369661"/>
              <a:ext cx="1232915" cy="21945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462235" y="1738831"/>
              <a:ext cx="7396806" cy="433969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533138" y="1783079"/>
              <a:ext cx="7263130" cy="4206240"/>
            </a:xfrm>
            <a:custGeom>
              <a:avLst/>
              <a:gdLst/>
              <a:ahLst/>
              <a:cxnLst/>
              <a:rect l="l" t="t" r="r" b="b"/>
              <a:pathLst>
                <a:path w="7263130" h="4206240">
                  <a:moveTo>
                    <a:pt x="718946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4133088"/>
                  </a:lnTo>
                  <a:lnTo>
                    <a:pt x="5750" y="4161561"/>
                  </a:lnTo>
                  <a:lnTo>
                    <a:pt x="21431" y="4184813"/>
                  </a:lnTo>
                  <a:lnTo>
                    <a:pt x="44684" y="4200491"/>
                  </a:lnTo>
                  <a:lnTo>
                    <a:pt x="73151" y="4206240"/>
                  </a:lnTo>
                  <a:lnTo>
                    <a:pt x="7189469" y="4206240"/>
                  </a:lnTo>
                  <a:lnTo>
                    <a:pt x="7217937" y="4200491"/>
                  </a:lnTo>
                  <a:lnTo>
                    <a:pt x="7241190" y="4184813"/>
                  </a:lnTo>
                  <a:lnTo>
                    <a:pt x="7256871" y="4161561"/>
                  </a:lnTo>
                  <a:lnTo>
                    <a:pt x="7262621" y="4133088"/>
                  </a:lnTo>
                  <a:lnTo>
                    <a:pt x="7262621" y="73152"/>
                  </a:lnTo>
                  <a:lnTo>
                    <a:pt x="7256871" y="44684"/>
                  </a:lnTo>
                  <a:lnTo>
                    <a:pt x="7241190" y="21431"/>
                  </a:lnTo>
                  <a:lnTo>
                    <a:pt x="7217937" y="5750"/>
                  </a:lnTo>
                  <a:lnTo>
                    <a:pt x="7189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533138" y="1783079"/>
              <a:ext cx="7263130" cy="4206240"/>
            </a:xfrm>
            <a:custGeom>
              <a:avLst/>
              <a:gdLst/>
              <a:ahLst/>
              <a:cxnLst/>
              <a:rect l="l" t="t" r="r" b="b"/>
              <a:pathLst>
                <a:path w="7263130" h="420624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7189469" y="0"/>
                  </a:lnTo>
                  <a:lnTo>
                    <a:pt x="7217937" y="5750"/>
                  </a:lnTo>
                  <a:lnTo>
                    <a:pt x="7241190" y="21431"/>
                  </a:lnTo>
                  <a:lnTo>
                    <a:pt x="7256871" y="44684"/>
                  </a:lnTo>
                  <a:lnTo>
                    <a:pt x="7262621" y="73152"/>
                  </a:lnTo>
                  <a:lnTo>
                    <a:pt x="7262621" y="4133088"/>
                  </a:lnTo>
                  <a:lnTo>
                    <a:pt x="7256871" y="4161561"/>
                  </a:lnTo>
                  <a:lnTo>
                    <a:pt x="7241190" y="4184813"/>
                  </a:lnTo>
                  <a:lnTo>
                    <a:pt x="7217937" y="4200491"/>
                  </a:lnTo>
                  <a:lnTo>
                    <a:pt x="7189469" y="4206240"/>
                  </a:lnTo>
                  <a:lnTo>
                    <a:pt x="73151" y="4206240"/>
                  </a:lnTo>
                  <a:lnTo>
                    <a:pt x="44684" y="4200491"/>
                  </a:lnTo>
                  <a:lnTo>
                    <a:pt x="21431" y="4184813"/>
                  </a:lnTo>
                  <a:lnTo>
                    <a:pt x="5750" y="4161561"/>
                  </a:lnTo>
                  <a:lnTo>
                    <a:pt x="0" y="413308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084064" y="2003170"/>
              <a:ext cx="652272" cy="2286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626608" y="2003170"/>
              <a:ext cx="489203" cy="2286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006084" y="2003170"/>
              <a:ext cx="489203" cy="228600"/>
            </a:xfrm>
            <a:prstGeom prst="rect">
              <a:avLst/>
            </a:prstGeom>
          </p:spPr>
        </p:pic>
        <p:pic>
          <p:nvPicPr>
            <p:cNvPr id="61" name="object 61" descr="assets/feat_overview.png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776596" y="2468867"/>
              <a:ext cx="6815963" cy="3213862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63" name="object 6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70" name="object 7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63080"/>
            <a:chOff x="0" y="0"/>
            <a:chExt cx="12192000" cy="686308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6858000"/>
            </a:xfrm>
            <a:custGeom>
              <a:avLst/>
              <a:gdLst/>
              <a:ahLst/>
              <a:cxnLst/>
              <a:rect l="l" t="t" r="r" b="b"/>
              <a:pathLst>
                <a:path w="12045950" h="6858000">
                  <a:moveTo>
                    <a:pt x="0" y="6858000"/>
                  </a:moveTo>
                  <a:lnTo>
                    <a:pt x="12045696" y="6858000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46685" cy="6858000"/>
            </a:xfrm>
            <a:custGeom>
              <a:avLst/>
              <a:gdLst/>
              <a:ahLst/>
              <a:cxnLst/>
              <a:rect l="l" t="t" r="r" b="b"/>
              <a:pathLst>
                <a:path w="146685" h="6858000">
                  <a:moveTo>
                    <a:pt x="1463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6304" y="6858000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40" y="4572000"/>
              <a:ext cx="3291840" cy="2286000"/>
            </a:xfrm>
            <a:custGeom>
              <a:avLst/>
              <a:gdLst/>
              <a:ahLst/>
              <a:cxnLst/>
              <a:rect l="l" t="t" r="r" b="b"/>
              <a:pathLst>
                <a:path w="3291840" h="2286000">
                  <a:moveTo>
                    <a:pt x="0" y="182880"/>
                  </a:moveTo>
                  <a:lnTo>
                    <a:pt x="1371600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2468879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1371600" y="1920239"/>
                  </a:lnTo>
                </a:path>
                <a:path w="3291840" h="2286000">
                  <a:moveTo>
                    <a:pt x="1371600" y="82296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3291839" y="731519"/>
                  </a:lnTo>
                </a:path>
                <a:path w="3291840" h="2286000">
                  <a:moveTo>
                    <a:pt x="1005839" y="1920239"/>
                  </a:moveTo>
                  <a:lnTo>
                    <a:pt x="2651759" y="1920239"/>
                  </a:lnTo>
                </a:path>
                <a:path w="3291840" h="2286000">
                  <a:moveTo>
                    <a:pt x="1005839" y="1920239"/>
                  </a:moveTo>
                  <a:lnTo>
                    <a:pt x="1580605" y="228600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5237" y="59436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9525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525" y="9144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30000" y="5943600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4231" y="4690871"/>
              <a:ext cx="128016" cy="1280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8692" y="5353811"/>
              <a:ext cx="82296" cy="822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5971" y="4530852"/>
              <a:ext cx="82296" cy="822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0071" y="6428232"/>
              <a:ext cx="128016" cy="1280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8852" y="5902452"/>
              <a:ext cx="82296" cy="822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6071" y="5239511"/>
              <a:ext cx="128016" cy="1280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0471" y="1576705"/>
              <a:ext cx="4848860" cy="3357245"/>
            </a:xfrm>
            <a:custGeom>
              <a:avLst/>
              <a:gdLst/>
              <a:ahLst/>
              <a:cxnLst/>
              <a:rect l="l" t="t" r="r" b="b"/>
              <a:pathLst>
                <a:path w="4848860" h="3357245">
                  <a:moveTo>
                    <a:pt x="1371204" y="16637"/>
                  </a:moveTo>
                  <a:lnTo>
                    <a:pt x="939980" y="16637"/>
                  </a:lnTo>
                  <a:lnTo>
                    <a:pt x="891973" y="29337"/>
                  </a:lnTo>
                  <a:lnTo>
                    <a:pt x="845357" y="29337"/>
                  </a:lnTo>
                  <a:lnTo>
                    <a:pt x="800131" y="42037"/>
                  </a:lnTo>
                  <a:lnTo>
                    <a:pt x="713856" y="67437"/>
                  </a:lnTo>
                  <a:lnTo>
                    <a:pt x="672807" y="80137"/>
                  </a:lnTo>
                  <a:lnTo>
                    <a:pt x="623419" y="105537"/>
                  </a:lnTo>
                  <a:lnTo>
                    <a:pt x="576153" y="130937"/>
                  </a:lnTo>
                  <a:lnTo>
                    <a:pt x="531008" y="156337"/>
                  </a:lnTo>
                  <a:lnTo>
                    <a:pt x="487986" y="181737"/>
                  </a:lnTo>
                  <a:lnTo>
                    <a:pt x="447086" y="207137"/>
                  </a:lnTo>
                  <a:lnTo>
                    <a:pt x="408308" y="245237"/>
                  </a:lnTo>
                  <a:lnTo>
                    <a:pt x="371653" y="283337"/>
                  </a:lnTo>
                  <a:lnTo>
                    <a:pt x="337121" y="321437"/>
                  </a:lnTo>
                  <a:lnTo>
                    <a:pt x="308497" y="359537"/>
                  </a:lnTo>
                  <a:lnTo>
                    <a:pt x="281185" y="384937"/>
                  </a:lnTo>
                  <a:lnTo>
                    <a:pt x="255185" y="423037"/>
                  </a:lnTo>
                  <a:lnTo>
                    <a:pt x="230496" y="473837"/>
                  </a:lnTo>
                  <a:lnTo>
                    <a:pt x="207119" y="511937"/>
                  </a:lnTo>
                  <a:lnTo>
                    <a:pt x="185054" y="550037"/>
                  </a:lnTo>
                  <a:lnTo>
                    <a:pt x="164301" y="600837"/>
                  </a:lnTo>
                  <a:lnTo>
                    <a:pt x="144860" y="651637"/>
                  </a:lnTo>
                  <a:lnTo>
                    <a:pt x="126730" y="689737"/>
                  </a:lnTo>
                  <a:lnTo>
                    <a:pt x="109913" y="740537"/>
                  </a:lnTo>
                  <a:lnTo>
                    <a:pt x="94407" y="804037"/>
                  </a:lnTo>
                  <a:lnTo>
                    <a:pt x="80213" y="854837"/>
                  </a:lnTo>
                  <a:lnTo>
                    <a:pt x="70941" y="892937"/>
                  </a:lnTo>
                  <a:lnTo>
                    <a:pt x="62238" y="931037"/>
                  </a:lnTo>
                  <a:lnTo>
                    <a:pt x="54104" y="969137"/>
                  </a:lnTo>
                  <a:lnTo>
                    <a:pt x="46539" y="1019937"/>
                  </a:lnTo>
                  <a:lnTo>
                    <a:pt x="39544" y="1058037"/>
                  </a:lnTo>
                  <a:lnTo>
                    <a:pt x="33117" y="1108837"/>
                  </a:lnTo>
                  <a:lnTo>
                    <a:pt x="27260" y="1159637"/>
                  </a:lnTo>
                  <a:lnTo>
                    <a:pt x="21972" y="1197737"/>
                  </a:lnTo>
                  <a:lnTo>
                    <a:pt x="17253" y="1248537"/>
                  </a:lnTo>
                  <a:lnTo>
                    <a:pt x="13104" y="1299337"/>
                  </a:lnTo>
                  <a:lnTo>
                    <a:pt x="9524" y="1350137"/>
                  </a:lnTo>
                  <a:lnTo>
                    <a:pt x="6513" y="1400937"/>
                  </a:lnTo>
                  <a:lnTo>
                    <a:pt x="4071" y="1451737"/>
                  </a:lnTo>
                  <a:lnTo>
                    <a:pt x="2199" y="1515237"/>
                  </a:lnTo>
                  <a:lnTo>
                    <a:pt x="896" y="1566037"/>
                  </a:lnTo>
                  <a:lnTo>
                    <a:pt x="163" y="1629537"/>
                  </a:lnTo>
                  <a:lnTo>
                    <a:pt x="0" y="1680337"/>
                  </a:lnTo>
                  <a:lnTo>
                    <a:pt x="163" y="1743837"/>
                  </a:lnTo>
                  <a:lnTo>
                    <a:pt x="896" y="1794637"/>
                  </a:lnTo>
                  <a:lnTo>
                    <a:pt x="2199" y="1858137"/>
                  </a:lnTo>
                  <a:lnTo>
                    <a:pt x="4071" y="1908937"/>
                  </a:lnTo>
                  <a:lnTo>
                    <a:pt x="6513" y="1959737"/>
                  </a:lnTo>
                  <a:lnTo>
                    <a:pt x="9524" y="2023237"/>
                  </a:lnTo>
                  <a:lnTo>
                    <a:pt x="13104" y="2074037"/>
                  </a:lnTo>
                  <a:lnTo>
                    <a:pt x="17253" y="2124837"/>
                  </a:lnTo>
                  <a:lnTo>
                    <a:pt x="21972" y="2162937"/>
                  </a:lnTo>
                  <a:lnTo>
                    <a:pt x="27260" y="2213737"/>
                  </a:lnTo>
                  <a:lnTo>
                    <a:pt x="33117" y="2264537"/>
                  </a:lnTo>
                  <a:lnTo>
                    <a:pt x="39544" y="2302637"/>
                  </a:lnTo>
                  <a:lnTo>
                    <a:pt x="46539" y="2353437"/>
                  </a:lnTo>
                  <a:lnTo>
                    <a:pt x="54104" y="2391537"/>
                  </a:lnTo>
                  <a:lnTo>
                    <a:pt x="62238" y="2442337"/>
                  </a:lnTo>
                  <a:lnTo>
                    <a:pt x="70941" y="2480437"/>
                  </a:lnTo>
                  <a:lnTo>
                    <a:pt x="80213" y="2518537"/>
                  </a:lnTo>
                  <a:lnTo>
                    <a:pt x="94407" y="2569337"/>
                  </a:lnTo>
                  <a:lnTo>
                    <a:pt x="109913" y="2620137"/>
                  </a:lnTo>
                  <a:lnTo>
                    <a:pt x="126730" y="2670937"/>
                  </a:lnTo>
                  <a:lnTo>
                    <a:pt x="144860" y="2721737"/>
                  </a:lnTo>
                  <a:lnTo>
                    <a:pt x="164301" y="2772537"/>
                  </a:lnTo>
                  <a:lnTo>
                    <a:pt x="185054" y="2810637"/>
                  </a:lnTo>
                  <a:lnTo>
                    <a:pt x="207119" y="2861437"/>
                  </a:lnTo>
                  <a:lnTo>
                    <a:pt x="230496" y="2899537"/>
                  </a:lnTo>
                  <a:lnTo>
                    <a:pt x="255185" y="2937637"/>
                  </a:lnTo>
                  <a:lnTo>
                    <a:pt x="281185" y="2975737"/>
                  </a:lnTo>
                  <a:lnTo>
                    <a:pt x="308497" y="3013837"/>
                  </a:lnTo>
                  <a:lnTo>
                    <a:pt x="337121" y="3051937"/>
                  </a:lnTo>
                  <a:lnTo>
                    <a:pt x="371653" y="3090037"/>
                  </a:lnTo>
                  <a:lnTo>
                    <a:pt x="408308" y="3128137"/>
                  </a:lnTo>
                  <a:lnTo>
                    <a:pt x="447086" y="3153537"/>
                  </a:lnTo>
                  <a:lnTo>
                    <a:pt x="487986" y="3191637"/>
                  </a:lnTo>
                  <a:lnTo>
                    <a:pt x="531008" y="3217037"/>
                  </a:lnTo>
                  <a:lnTo>
                    <a:pt x="576153" y="3242437"/>
                  </a:lnTo>
                  <a:lnTo>
                    <a:pt x="623419" y="3267837"/>
                  </a:lnTo>
                  <a:lnTo>
                    <a:pt x="672807" y="3280537"/>
                  </a:lnTo>
                  <a:lnTo>
                    <a:pt x="713856" y="3293237"/>
                  </a:lnTo>
                  <a:lnTo>
                    <a:pt x="756297" y="3318637"/>
                  </a:lnTo>
                  <a:lnTo>
                    <a:pt x="800131" y="3318637"/>
                  </a:lnTo>
                  <a:lnTo>
                    <a:pt x="845357" y="3331337"/>
                  </a:lnTo>
                  <a:lnTo>
                    <a:pt x="939980" y="3356737"/>
                  </a:lnTo>
                  <a:lnTo>
                    <a:pt x="1317367" y="3356737"/>
                  </a:lnTo>
                  <a:lnTo>
                    <a:pt x="1371204" y="3344037"/>
                  </a:lnTo>
                  <a:lnTo>
                    <a:pt x="1423381" y="3344037"/>
                  </a:lnTo>
                  <a:lnTo>
                    <a:pt x="1522756" y="3318637"/>
                  </a:lnTo>
                  <a:lnTo>
                    <a:pt x="1569955" y="3305937"/>
                  </a:lnTo>
                  <a:lnTo>
                    <a:pt x="1615493" y="3280537"/>
                  </a:lnTo>
                  <a:lnTo>
                    <a:pt x="1659373" y="3267837"/>
                  </a:lnTo>
                  <a:lnTo>
                    <a:pt x="1701594" y="3242437"/>
                  </a:lnTo>
                  <a:lnTo>
                    <a:pt x="1742155" y="3229737"/>
                  </a:lnTo>
                  <a:lnTo>
                    <a:pt x="1781058" y="3204337"/>
                  </a:lnTo>
                  <a:lnTo>
                    <a:pt x="1818302" y="3178937"/>
                  </a:lnTo>
                  <a:lnTo>
                    <a:pt x="1853888" y="3140837"/>
                  </a:lnTo>
                  <a:lnTo>
                    <a:pt x="1887815" y="3115437"/>
                  </a:lnTo>
                  <a:lnTo>
                    <a:pt x="1920084" y="3090037"/>
                  </a:lnTo>
                  <a:lnTo>
                    <a:pt x="1950694" y="3051937"/>
                  </a:lnTo>
                  <a:lnTo>
                    <a:pt x="1979312" y="3013837"/>
                  </a:lnTo>
                  <a:lnTo>
                    <a:pt x="2006617" y="2975737"/>
                  </a:lnTo>
                  <a:lnTo>
                    <a:pt x="2032611" y="2937637"/>
                  </a:lnTo>
                  <a:lnTo>
                    <a:pt x="2057294" y="2899537"/>
                  </a:lnTo>
                  <a:lnTo>
                    <a:pt x="2080667" y="2861437"/>
                  </a:lnTo>
                  <a:lnTo>
                    <a:pt x="2102729" y="2810637"/>
                  </a:lnTo>
                  <a:lnTo>
                    <a:pt x="2123482" y="2772537"/>
                  </a:lnTo>
                  <a:lnTo>
                    <a:pt x="1059138" y="2772537"/>
                  </a:lnTo>
                  <a:lnTo>
                    <a:pt x="1019433" y="2759837"/>
                  </a:lnTo>
                  <a:lnTo>
                    <a:pt x="982192" y="2747137"/>
                  </a:lnTo>
                  <a:lnTo>
                    <a:pt x="947692" y="2721737"/>
                  </a:lnTo>
                  <a:lnTo>
                    <a:pt x="916025" y="2696337"/>
                  </a:lnTo>
                  <a:lnTo>
                    <a:pt x="887216" y="2670937"/>
                  </a:lnTo>
                  <a:lnTo>
                    <a:pt x="861288" y="2632837"/>
                  </a:lnTo>
                  <a:lnTo>
                    <a:pt x="843980" y="2594737"/>
                  </a:lnTo>
                  <a:lnTo>
                    <a:pt x="828198" y="2556637"/>
                  </a:lnTo>
                  <a:lnTo>
                    <a:pt x="813945" y="2518537"/>
                  </a:lnTo>
                  <a:lnTo>
                    <a:pt x="801223" y="2467737"/>
                  </a:lnTo>
                  <a:lnTo>
                    <a:pt x="790033" y="2416937"/>
                  </a:lnTo>
                  <a:lnTo>
                    <a:pt x="780378" y="2353437"/>
                  </a:lnTo>
                  <a:lnTo>
                    <a:pt x="772261" y="2289937"/>
                  </a:lnTo>
                  <a:lnTo>
                    <a:pt x="768158" y="2251837"/>
                  </a:lnTo>
                  <a:lnTo>
                    <a:pt x="764422" y="2213737"/>
                  </a:lnTo>
                  <a:lnTo>
                    <a:pt x="761053" y="2162937"/>
                  </a:lnTo>
                  <a:lnTo>
                    <a:pt x="758052" y="2124837"/>
                  </a:lnTo>
                  <a:lnTo>
                    <a:pt x="755419" y="2074037"/>
                  </a:lnTo>
                  <a:lnTo>
                    <a:pt x="753156" y="2023237"/>
                  </a:lnTo>
                  <a:lnTo>
                    <a:pt x="751262" y="1972437"/>
                  </a:lnTo>
                  <a:lnTo>
                    <a:pt x="749738" y="1921637"/>
                  </a:lnTo>
                  <a:lnTo>
                    <a:pt x="748585" y="1870837"/>
                  </a:lnTo>
                  <a:lnTo>
                    <a:pt x="747803" y="1807337"/>
                  </a:lnTo>
                  <a:lnTo>
                    <a:pt x="747394" y="1743837"/>
                  </a:lnTo>
                  <a:lnTo>
                    <a:pt x="747394" y="1616837"/>
                  </a:lnTo>
                  <a:lnTo>
                    <a:pt x="747803" y="1566037"/>
                  </a:lnTo>
                  <a:lnTo>
                    <a:pt x="748585" y="1502537"/>
                  </a:lnTo>
                  <a:lnTo>
                    <a:pt x="749738" y="1451737"/>
                  </a:lnTo>
                  <a:lnTo>
                    <a:pt x="753156" y="1337437"/>
                  </a:lnTo>
                  <a:lnTo>
                    <a:pt x="755419" y="1299337"/>
                  </a:lnTo>
                  <a:lnTo>
                    <a:pt x="758052" y="1248537"/>
                  </a:lnTo>
                  <a:lnTo>
                    <a:pt x="761053" y="1197737"/>
                  </a:lnTo>
                  <a:lnTo>
                    <a:pt x="764422" y="1159637"/>
                  </a:lnTo>
                  <a:lnTo>
                    <a:pt x="768158" y="1121537"/>
                  </a:lnTo>
                  <a:lnTo>
                    <a:pt x="772261" y="1070737"/>
                  </a:lnTo>
                  <a:lnTo>
                    <a:pt x="780378" y="1007237"/>
                  </a:lnTo>
                  <a:lnTo>
                    <a:pt x="790033" y="956437"/>
                  </a:lnTo>
                  <a:lnTo>
                    <a:pt x="801223" y="905637"/>
                  </a:lnTo>
                  <a:lnTo>
                    <a:pt x="813945" y="854837"/>
                  </a:lnTo>
                  <a:lnTo>
                    <a:pt x="828198" y="816737"/>
                  </a:lnTo>
                  <a:lnTo>
                    <a:pt x="843980" y="778637"/>
                  </a:lnTo>
                  <a:lnTo>
                    <a:pt x="861288" y="740537"/>
                  </a:lnTo>
                  <a:lnTo>
                    <a:pt x="887216" y="702437"/>
                  </a:lnTo>
                  <a:lnTo>
                    <a:pt x="916025" y="677037"/>
                  </a:lnTo>
                  <a:lnTo>
                    <a:pt x="947692" y="651637"/>
                  </a:lnTo>
                  <a:lnTo>
                    <a:pt x="982192" y="626237"/>
                  </a:lnTo>
                  <a:lnTo>
                    <a:pt x="1019433" y="613537"/>
                  </a:lnTo>
                  <a:lnTo>
                    <a:pt x="1059138" y="600837"/>
                  </a:lnTo>
                  <a:lnTo>
                    <a:pt x="1101296" y="588137"/>
                  </a:lnTo>
                  <a:lnTo>
                    <a:pt x="2118293" y="588137"/>
                  </a:lnTo>
                  <a:lnTo>
                    <a:pt x="2102729" y="550037"/>
                  </a:lnTo>
                  <a:lnTo>
                    <a:pt x="2080667" y="511937"/>
                  </a:lnTo>
                  <a:lnTo>
                    <a:pt x="2057294" y="473837"/>
                  </a:lnTo>
                  <a:lnTo>
                    <a:pt x="2032611" y="423037"/>
                  </a:lnTo>
                  <a:lnTo>
                    <a:pt x="2006617" y="384937"/>
                  </a:lnTo>
                  <a:lnTo>
                    <a:pt x="1979312" y="359537"/>
                  </a:lnTo>
                  <a:lnTo>
                    <a:pt x="1950694" y="321437"/>
                  </a:lnTo>
                  <a:lnTo>
                    <a:pt x="1920084" y="283337"/>
                  </a:lnTo>
                  <a:lnTo>
                    <a:pt x="1887815" y="257937"/>
                  </a:lnTo>
                  <a:lnTo>
                    <a:pt x="1853888" y="219837"/>
                  </a:lnTo>
                  <a:lnTo>
                    <a:pt x="1818302" y="194437"/>
                  </a:lnTo>
                  <a:lnTo>
                    <a:pt x="1781058" y="169037"/>
                  </a:lnTo>
                  <a:lnTo>
                    <a:pt x="1742155" y="143637"/>
                  </a:lnTo>
                  <a:lnTo>
                    <a:pt x="1701594" y="118237"/>
                  </a:lnTo>
                  <a:lnTo>
                    <a:pt x="1659373" y="105537"/>
                  </a:lnTo>
                  <a:lnTo>
                    <a:pt x="1615493" y="80137"/>
                  </a:lnTo>
                  <a:lnTo>
                    <a:pt x="1522756" y="54737"/>
                  </a:lnTo>
                  <a:lnTo>
                    <a:pt x="1423381" y="29337"/>
                  </a:lnTo>
                  <a:lnTo>
                    <a:pt x="1371204" y="16637"/>
                  </a:lnTo>
                  <a:close/>
                </a:path>
                <a:path w="4848860" h="3357245">
                  <a:moveTo>
                    <a:pt x="2118293" y="588137"/>
                  </a:moveTo>
                  <a:lnTo>
                    <a:pt x="1190117" y="588137"/>
                  </a:lnTo>
                  <a:lnTo>
                    <a:pt x="1231541" y="600837"/>
                  </a:lnTo>
                  <a:lnTo>
                    <a:pt x="1270178" y="613537"/>
                  </a:lnTo>
                  <a:lnTo>
                    <a:pt x="1339501" y="651637"/>
                  </a:lnTo>
                  <a:lnTo>
                    <a:pt x="1370733" y="677037"/>
                  </a:lnTo>
                  <a:lnTo>
                    <a:pt x="1399750" y="702437"/>
                  </a:lnTo>
                  <a:lnTo>
                    <a:pt x="1426565" y="740537"/>
                  </a:lnTo>
                  <a:lnTo>
                    <a:pt x="1443866" y="778637"/>
                  </a:lnTo>
                  <a:lnTo>
                    <a:pt x="1459632" y="816737"/>
                  </a:lnTo>
                  <a:lnTo>
                    <a:pt x="1473868" y="854837"/>
                  </a:lnTo>
                  <a:lnTo>
                    <a:pt x="1486577" y="905637"/>
                  </a:lnTo>
                  <a:lnTo>
                    <a:pt x="1497765" y="956437"/>
                  </a:lnTo>
                  <a:lnTo>
                    <a:pt x="1507435" y="1007237"/>
                  </a:lnTo>
                  <a:lnTo>
                    <a:pt x="1515592" y="1070737"/>
                  </a:lnTo>
                  <a:lnTo>
                    <a:pt x="1519693" y="1121537"/>
                  </a:lnTo>
                  <a:lnTo>
                    <a:pt x="1523424" y="1159637"/>
                  </a:lnTo>
                  <a:lnTo>
                    <a:pt x="1526786" y="1197737"/>
                  </a:lnTo>
                  <a:lnTo>
                    <a:pt x="1529778" y="1248537"/>
                  </a:lnTo>
                  <a:lnTo>
                    <a:pt x="1532402" y="1299337"/>
                  </a:lnTo>
                  <a:lnTo>
                    <a:pt x="1534658" y="1337437"/>
                  </a:lnTo>
                  <a:lnTo>
                    <a:pt x="1538066" y="1451737"/>
                  </a:lnTo>
                  <a:lnTo>
                    <a:pt x="1539220" y="1502537"/>
                  </a:lnTo>
                  <a:lnTo>
                    <a:pt x="1540007" y="1566037"/>
                  </a:lnTo>
                  <a:lnTo>
                    <a:pt x="1540428" y="1616837"/>
                  </a:lnTo>
                  <a:lnTo>
                    <a:pt x="1540428" y="1743837"/>
                  </a:lnTo>
                  <a:lnTo>
                    <a:pt x="1540092" y="1794637"/>
                  </a:lnTo>
                  <a:lnTo>
                    <a:pt x="1539220" y="1870837"/>
                  </a:lnTo>
                  <a:lnTo>
                    <a:pt x="1538066" y="1921637"/>
                  </a:lnTo>
                  <a:lnTo>
                    <a:pt x="1536546" y="1972437"/>
                  </a:lnTo>
                  <a:lnTo>
                    <a:pt x="1534658" y="2023237"/>
                  </a:lnTo>
                  <a:lnTo>
                    <a:pt x="1532402" y="2074037"/>
                  </a:lnTo>
                  <a:lnTo>
                    <a:pt x="1529778" y="2124837"/>
                  </a:lnTo>
                  <a:lnTo>
                    <a:pt x="1526786" y="2162937"/>
                  </a:lnTo>
                  <a:lnTo>
                    <a:pt x="1523424" y="2213737"/>
                  </a:lnTo>
                  <a:lnTo>
                    <a:pt x="1519693" y="2251837"/>
                  </a:lnTo>
                  <a:lnTo>
                    <a:pt x="1515592" y="2289937"/>
                  </a:lnTo>
                  <a:lnTo>
                    <a:pt x="1507435" y="2353437"/>
                  </a:lnTo>
                  <a:lnTo>
                    <a:pt x="1497765" y="2416937"/>
                  </a:lnTo>
                  <a:lnTo>
                    <a:pt x="1486577" y="2467737"/>
                  </a:lnTo>
                  <a:lnTo>
                    <a:pt x="1473868" y="2518537"/>
                  </a:lnTo>
                  <a:lnTo>
                    <a:pt x="1459632" y="2556637"/>
                  </a:lnTo>
                  <a:lnTo>
                    <a:pt x="1443866" y="2594737"/>
                  </a:lnTo>
                  <a:lnTo>
                    <a:pt x="1426565" y="2632837"/>
                  </a:lnTo>
                  <a:lnTo>
                    <a:pt x="1399750" y="2670937"/>
                  </a:lnTo>
                  <a:lnTo>
                    <a:pt x="1370733" y="2696337"/>
                  </a:lnTo>
                  <a:lnTo>
                    <a:pt x="1339501" y="2721737"/>
                  </a:lnTo>
                  <a:lnTo>
                    <a:pt x="1306042" y="2747137"/>
                  </a:lnTo>
                  <a:lnTo>
                    <a:pt x="1231541" y="2772537"/>
                  </a:lnTo>
                  <a:lnTo>
                    <a:pt x="2123482" y="2772537"/>
                  </a:lnTo>
                  <a:lnTo>
                    <a:pt x="2142925" y="2721737"/>
                  </a:lnTo>
                  <a:lnTo>
                    <a:pt x="2161060" y="2670937"/>
                  </a:lnTo>
                  <a:lnTo>
                    <a:pt x="2177886" y="2620137"/>
                  </a:lnTo>
                  <a:lnTo>
                    <a:pt x="2193404" y="2569337"/>
                  </a:lnTo>
                  <a:lnTo>
                    <a:pt x="2207615" y="2518537"/>
                  </a:lnTo>
                  <a:lnTo>
                    <a:pt x="2216879" y="2480437"/>
                  </a:lnTo>
                  <a:lnTo>
                    <a:pt x="2225576" y="2442337"/>
                  </a:lnTo>
                  <a:lnTo>
                    <a:pt x="2233705" y="2391537"/>
                  </a:lnTo>
                  <a:lnTo>
                    <a:pt x="2241266" y="2353437"/>
                  </a:lnTo>
                  <a:lnTo>
                    <a:pt x="2248260" y="2302637"/>
                  </a:lnTo>
                  <a:lnTo>
                    <a:pt x="2254684" y="2264537"/>
                  </a:lnTo>
                  <a:lnTo>
                    <a:pt x="2260541" y="2213737"/>
                  </a:lnTo>
                  <a:lnTo>
                    <a:pt x="2265828" y="2162937"/>
                  </a:lnTo>
                  <a:lnTo>
                    <a:pt x="2270545" y="2124837"/>
                  </a:lnTo>
                  <a:lnTo>
                    <a:pt x="2274693" y="2074037"/>
                  </a:lnTo>
                  <a:lnTo>
                    <a:pt x="2278271" y="2023237"/>
                  </a:lnTo>
                  <a:lnTo>
                    <a:pt x="2281279" y="1959737"/>
                  </a:lnTo>
                  <a:lnTo>
                    <a:pt x="2283716" y="1908937"/>
                  </a:lnTo>
                  <a:lnTo>
                    <a:pt x="2285582" y="1858137"/>
                  </a:lnTo>
                  <a:lnTo>
                    <a:pt x="2286877" y="1794637"/>
                  </a:lnTo>
                  <a:lnTo>
                    <a:pt x="2287601" y="1743837"/>
                  </a:lnTo>
                  <a:lnTo>
                    <a:pt x="2287752" y="1680337"/>
                  </a:lnTo>
                  <a:lnTo>
                    <a:pt x="2287601" y="1629537"/>
                  </a:lnTo>
                  <a:lnTo>
                    <a:pt x="2286877" y="1566037"/>
                  </a:lnTo>
                  <a:lnTo>
                    <a:pt x="2285582" y="1515237"/>
                  </a:lnTo>
                  <a:lnTo>
                    <a:pt x="2283716" y="1451737"/>
                  </a:lnTo>
                  <a:lnTo>
                    <a:pt x="2281279" y="1400937"/>
                  </a:lnTo>
                  <a:lnTo>
                    <a:pt x="2278271" y="1350137"/>
                  </a:lnTo>
                  <a:lnTo>
                    <a:pt x="2274693" y="1299337"/>
                  </a:lnTo>
                  <a:lnTo>
                    <a:pt x="2270545" y="1248537"/>
                  </a:lnTo>
                  <a:lnTo>
                    <a:pt x="2265828" y="1197737"/>
                  </a:lnTo>
                  <a:lnTo>
                    <a:pt x="2260541" y="1159637"/>
                  </a:lnTo>
                  <a:lnTo>
                    <a:pt x="2254684" y="1108837"/>
                  </a:lnTo>
                  <a:lnTo>
                    <a:pt x="2248260" y="1058037"/>
                  </a:lnTo>
                  <a:lnTo>
                    <a:pt x="2241266" y="1019937"/>
                  </a:lnTo>
                  <a:lnTo>
                    <a:pt x="2233705" y="969137"/>
                  </a:lnTo>
                  <a:lnTo>
                    <a:pt x="2225576" y="931037"/>
                  </a:lnTo>
                  <a:lnTo>
                    <a:pt x="2216879" y="892937"/>
                  </a:lnTo>
                  <a:lnTo>
                    <a:pt x="2207615" y="854837"/>
                  </a:lnTo>
                  <a:lnTo>
                    <a:pt x="2193404" y="804037"/>
                  </a:lnTo>
                  <a:lnTo>
                    <a:pt x="2177886" y="740537"/>
                  </a:lnTo>
                  <a:lnTo>
                    <a:pt x="2161060" y="689737"/>
                  </a:lnTo>
                  <a:lnTo>
                    <a:pt x="2142925" y="651637"/>
                  </a:lnTo>
                  <a:lnTo>
                    <a:pt x="2123482" y="600837"/>
                  </a:lnTo>
                  <a:lnTo>
                    <a:pt x="2118293" y="588137"/>
                  </a:lnTo>
                  <a:close/>
                </a:path>
                <a:path w="4848860" h="3357245">
                  <a:moveTo>
                    <a:pt x="1204713" y="3937"/>
                  </a:moveTo>
                  <a:lnTo>
                    <a:pt x="1040161" y="3937"/>
                  </a:lnTo>
                  <a:lnTo>
                    <a:pt x="989376" y="16637"/>
                  </a:lnTo>
                  <a:lnTo>
                    <a:pt x="1261870" y="16637"/>
                  </a:lnTo>
                  <a:lnTo>
                    <a:pt x="1204713" y="3937"/>
                  </a:lnTo>
                  <a:close/>
                </a:path>
                <a:path w="4848860" h="3357245">
                  <a:moveTo>
                    <a:pt x="4724173" y="584708"/>
                  </a:moveTo>
                  <a:lnTo>
                    <a:pt x="3735171" y="584708"/>
                  </a:lnTo>
                  <a:lnTo>
                    <a:pt x="3786648" y="587862"/>
                  </a:lnTo>
                  <a:lnTo>
                    <a:pt x="3833507" y="596566"/>
                  </a:lnTo>
                  <a:lnTo>
                    <a:pt x="3875744" y="610822"/>
                  </a:lnTo>
                  <a:lnTo>
                    <a:pt x="3913357" y="630634"/>
                  </a:lnTo>
                  <a:lnTo>
                    <a:pt x="3946341" y="656007"/>
                  </a:lnTo>
                  <a:lnTo>
                    <a:pt x="3974693" y="686943"/>
                  </a:lnTo>
                  <a:lnTo>
                    <a:pt x="3998557" y="722989"/>
                  </a:lnTo>
                  <a:lnTo>
                    <a:pt x="4018075" y="763820"/>
                  </a:lnTo>
                  <a:lnTo>
                    <a:pt x="4033240" y="809434"/>
                  </a:lnTo>
                  <a:lnTo>
                    <a:pt x="4044045" y="859832"/>
                  </a:lnTo>
                  <a:lnTo>
                    <a:pt x="4050390" y="914230"/>
                  </a:lnTo>
                  <a:lnTo>
                    <a:pt x="4050482" y="915013"/>
                  </a:lnTo>
                  <a:lnTo>
                    <a:pt x="4052544" y="974979"/>
                  </a:lnTo>
                  <a:lnTo>
                    <a:pt x="4051003" y="1027799"/>
                  </a:lnTo>
                  <a:lnTo>
                    <a:pt x="4045456" y="1078968"/>
                  </a:lnTo>
                  <a:lnTo>
                    <a:pt x="4035893" y="1128479"/>
                  </a:lnTo>
                  <a:lnTo>
                    <a:pt x="4022300" y="1176325"/>
                  </a:lnTo>
                  <a:lnTo>
                    <a:pt x="4004665" y="1222502"/>
                  </a:lnTo>
                  <a:lnTo>
                    <a:pt x="3986515" y="1260825"/>
                  </a:lnTo>
                  <a:lnTo>
                    <a:pt x="3964707" y="1300108"/>
                  </a:lnTo>
                  <a:lnTo>
                    <a:pt x="3939244" y="1340358"/>
                  </a:lnTo>
                  <a:lnTo>
                    <a:pt x="3910130" y="1381581"/>
                  </a:lnTo>
                  <a:lnTo>
                    <a:pt x="3877368" y="1423785"/>
                  </a:lnTo>
                  <a:lnTo>
                    <a:pt x="3840962" y="1466977"/>
                  </a:lnTo>
                  <a:lnTo>
                    <a:pt x="2719298" y="2759710"/>
                  </a:lnTo>
                  <a:lnTo>
                    <a:pt x="2719298" y="3299841"/>
                  </a:lnTo>
                  <a:lnTo>
                    <a:pt x="4848580" y="3299841"/>
                  </a:lnTo>
                  <a:lnTo>
                    <a:pt x="4848580" y="2715006"/>
                  </a:lnTo>
                  <a:lnTo>
                    <a:pt x="3662019" y="2715006"/>
                  </a:lnTo>
                  <a:lnTo>
                    <a:pt x="4502802" y="1750191"/>
                  </a:lnTo>
                  <a:lnTo>
                    <a:pt x="4540141" y="1704780"/>
                  </a:lnTo>
                  <a:lnTo>
                    <a:pt x="4574773" y="1660054"/>
                  </a:lnTo>
                  <a:lnTo>
                    <a:pt x="4606699" y="1616012"/>
                  </a:lnTo>
                  <a:lnTo>
                    <a:pt x="4635919" y="1572652"/>
                  </a:lnTo>
                  <a:lnTo>
                    <a:pt x="4662436" y="1529973"/>
                  </a:lnTo>
                  <a:lnTo>
                    <a:pt x="4686249" y="1487975"/>
                  </a:lnTo>
                  <a:lnTo>
                    <a:pt x="4707361" y="1446657"/>
                  </a:lnTo>
                  <a:lnTo>
                    <a:pt x="4725771" y="1406017"/>
                  </a:lnTo>
                  <a:lnTo>
                    <a:pt x="4741815" y="1364887"/>
                  </a:lnTo>
                  <a:lnTo>
                    <a:pt x="4755910" y="1322184"/>
                  </a:lnTo>
                  <a:lnTo>
                    <a:pt x="4768053" y="1277906"/>
                  </a:lnTo>
                  <a:lnTo>
                    <a:pt x="4778242" y="1232051"/>
                  </a:lnTo>
                  <a:lnTo>
                    <a:pt x="4786476" y="1184617"/>
                  </a:lnTo>
                  <a:lnTo>
                    <a:pt x="4792752" y="1135601"/>
                  </a:lnTo>
                  <a:lnTo>
                    <a:pt x="4797068" y="1085001"/>
                  </a:lnTo>
                  <a:lnTo>
                    <a:pt x="4799422" y="1032816"/>
                  </a:lnTo>
                  <a:lnTo>
                    <a:pt x="4799812" y="979043"/>
                  </a:lnTo>
                  <a:lnTo>
                    <a:pt x="4798528" y="925619"/>
                  </a:lnTo>
                  <a:lnTo>
                    <a:pt x="4794829" y="873169"/>
                  </a:lnTo>
                  <a:lnTo>
                    <a:pt x="4788714" y="821694"/>
                  </a:lnTo>
                  <a:lnTo>
                    <a:pt x="4780183" y="771191"/>
                  </a:lnTo>
                  <a:lnTo>
                    <a:pt x="4769237" y="721661"/>
                  </a:lnTo>
                  <a:lnTo>
                    <a:pt x="4755875" y="673103"/>
                  </a:lnTo>
                  <a:lnTo>
                    <a:pt x="4740098" y="625515"/>
                  </a:lnTo>
                  <a:lnTo>
                    <a:pt x="4724173" y="584708"/>
                  </a:lnTo>
                  <a:close/>
                </a:path>
                <a:path w="4848860" h="3357245">
                  <a:moveTo>
                    <a:pt x="3735171" y="0"/>
                  </a:moveTo>
                  <a:lnTo>
                    <a:pt x="3678572" y="1436"/>
                  </a:lnTo>
                  <a:lnTo>
                    <a:pt x="3623454" y="4666"/>
                  </a:lnTo>
                  <a:lnTo>
                    <a:pt x="3569819" y="9689"/>
                  </a:lnTo>
                  <a:lnTo>
                    <a:pt x="3517667" y="16505"/>
                  </a:lnTo>
                  <a:lnTo>
                    <a:pt x="3466999" y="25113"/>
                  </a:lnTo>
                  <a:lnTo>
                    <a:pt x="3417814" y="35512"/>
                  </a:lnTo>
                  <a:lnTo>
                    <a:pt x="3370114" y="47702"/>
                  </a:lnTo>
                  <a:lnTo>
                    <a:pt x="3323898" y="61684"/>
                  </a:lnTo>
                  <a:lnTo>
                    <a:pt x="3279168" y="77456"/>
                  </a:lnTo>
                  <a:lnTo>
                    <a:pt x="3235923" y="95017"/>
                  </a:lnTo>
                  <a:lnTo>
                    <a:pt x="3194164" y="114368"/>
                  </a:lnTo>
                  <a:lnTo>
                    <a:pt x="3153892" y="135509"/>
                  </a:lnTo>
                  <a:lnTo>
                    <a:pt x="3107601" y="162838"/>
                  </a:lnTo>
                  <a:lnTo>
                    <a:pt x="3063596" y="191941"/>
                  </a:lnTo>
                  <a:lnTo>
                    <a:pt x="3021879" y="222819"/>
                  </a:lnTo>
                  <a:lnTo>
                    <a:pt x="2982450" y="255470"/>
                  </a:lnTo>
                  <a:lnTo>
                    <a:pt x="2945310" y="289893"/>
                  </a:lnTo>
                  <a:lnTo>
                    <a:pt x="2910461" y="326088"/>
                  </a:lnTo>
                  <a:lnTo>
                    <a:pt x="2877901" y="364054"/>
                  </a:lnTo>
                  <a:lnTo>
                    <a:pt x="2847633" y="403789"/>
                  </a:lnTo>
                  <a:lnTo>
                    <a:pt x="2819657" y="445295"/>
                  </a:lnTo>
                  <a:lnTo>
                    <a:pt x="2793974" y="488569"/>
                  </a:lnTo>
                  <a:lnTo>
                    <a:pt x="2770626" y="533248"/>
                  </a:lnTo>
                  <a:lnTo>
                    <a:pt x="2749729" y="578897"/>
                  </a:lnTo>
                  <a:lnTo>
                    <a:pt x="2731282" y="625515"/>
                  </a:lnTo>
                  <a:lnTo>
                    <a:pt x="2715281" y="673103"/>
                  </a:lnTo>
                  <a:lnTo>
                    <a:pt x="2701724" y="721661"/>
                  </a:lnTo>
                  <a:lnTo>
                    <a:pt x="2690610" y="771191"/>
                  </a:lnTo>
                  <a:lnTo>
                    <a:pt x="2681936" y="821694"/>
                  </a:lnTo>
                  <a:lnTo>
                    <a:pt x="2675700" y="873169"/>
                  </a:lnTo>
                  <a:lnTo>
                    <a:pt x="2671898" y="925619"/>
                  </a:lnTo>
                  <a:lnTo>
                    <a:pt x="2670634" y="974979"/>
                  </a:lnTo>
                  <a:lnTo>
                    <a:pt x="2670530" y="1117346"/>
                  </a:lnTo>
                  <a:lnTo>
                    <a:pt x="3417925" y="1117346"/>
                  </a:lnTo>
                  <a:lnTo>
                    <a:pt x="3417925" y="974979"/>
                  </a:lnTo>
                  <a:lnTo>
                    <a:pt x="3420099" y="915013"/>
                  </a:lnTo>
                  <a:lnTo>
                    <a:pt x="3426735" y="858477"/>
                  </a:lnTo>
                  <a:lnTo>
                    <a:pt x="3437753" y="807720"/>
                  </a:lnTo>
                  <a:lnTo>
                    <a:pt x="3453184" y="761957"/>
                  </a:lnTo>
                  <a:lnTo>
                    <a:pt x="3473032" y="721190"/>
                  </a:lnTo>
                  <a:lnTo>
                    <a:pt x="3497300" y="685419"/>
                  </a:lnTo>
                  <a:lnTo>
                    <a:pt x="3532182" y="649390"/>
                  </a:lnTo>
                  <a:lnTo>
                    <a:pt x="3573423" y="621311"/>
                  </a:lnTo>
                  <a:lnTo>
                    <a:pt x="3621009" y="601175"/>
                  </a:lnTo>
                  <a:lnTo>
                    <a:pt x="3674929" y="588976"/>
                  </a:lnTo>
                  <a:lnTo>
                    <a:pt x="3735171" y="584708"/>
                  </a:lnTo>
                  <a:lnTo>
                    <a:pt x="4724173" y="584708"/>
                  </a:lnTo>
                  <a:lnTo>
                    <a:pt x="4721905" y="578897"/>
                  </a:lnTo>
                  <a:lnTo>
                    <a:pt x="4701297" y="533248"/>
                  </a:lnTo>
                  <a:lnTo>
                    <a:pt x="4678273" y="488569"/>
                  </a:lnTo>
                  <a:lnTo>
                    <a:pt x="4652883" y="445295"/>
                  </a:lnTo>
                  <a:lnTo>
                    <a:pt x="4625177" y="403789"/>
                  </a:lnTo>
                  <a:lnTo>
                    <a:pt x="4595154" y="364054"/>
                  </a:lnTo>
                  <a:lnTo>
                    <a:pt x="4562815" y="326088"/>
                  </a:lnTo>
                  <a:lnTo>
                    <a:pt x="4528159" y="289893"/>
                  </a:lnTo>
                  <a:lnTo>
                    <a:pt x="4491187" y="255470"/>
                  </a:lnTo>
                  <a:lnTo>
                    <a:pt x="4451898" y="222819"/>
                  </a:lnTo>
                  <a:lnTo>
                    <a:pt x="4410293" y="191941"/>
                  </a:lnTo>
                  <a:lnTo>
                    <a:pt x="4366371" y="162838"/>
                  </a:lnTo>
                  <a:lnTo>
                    <a:pt x="4320133" y="135509"/>
                  </a:lnTo>
                  <a:lnTo>
                    <a:pt x="4279866" y="114368"/>
                  </a:lnTo>
                  <a:lnTo>
                    <a:pt x="4238059" y="95017"/>
                  </a:lnTo>
                  <a:lnTo>
                    <a:pt x="4194711" y="77456"/>
                  </a:lnTo>
                  <a:lnTo>
                    <a:pt x="4149821" y="61684"/>
                  </a:lnTo>
                  <a:lnTo>
                    <a:pt x="4103390" y="47702"/>
                  </a:lnTo>
                  <a:lnTo>
                    <a:pt x="4055417" y="35512"/>
                  </a:lnTo>
                  <a:lnTo>
                    <a:pt x="4005902" y="25113"/>
                  </a:lnTo>
                  <a:lnTo>
                    <a:pt x="3954843" y="16505"/>
                  </a:lnTo>
                  <a:lnTo>
                    <a:pt x="3902242" y="9689"/>
                  </a:lnTo>
                  <a:lnTo>
                    <a:pt x="3848096" y="4666"/>
                  </a:lnTo>
                  <a:lnTo>
                    <a:pt x="3792406" y="1436"/>
                  </a:lnTo>
                  <a:lnTo>
                    <a:pt x="3735171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519" y="2381123"/>
              <a:ext cx="1715262" cy="2484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800" y="2802001"/>
              <a:ext cx="2926461" cy="7040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73805" y="2802001"/>
              <a:ext cx="2438780" cy="70408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07" y="1970"/>
                  </a:lnTo>
                  <a:lnTo>
                    <a:pt x="497942" y="7778"/>
                  </a:lnTo>
                  <a:lnTo>
                    <a:pt x="451515" y="17271"/>
                  </a:lnTo>
                  <a:lnTo>
                    <a:pt x="406481" y="30297"/>
                  </a:lnTo>
                  <a:lnTo>
                    <a:pt x="362991" y="46702"/>
                  </a:lnTo>
                  <a:lnTo>
                    <a:pt x="321200" y="66334"/>
                  </a:lnTo>
                  <a:lnTo>
                    <a:pt x="281259" y="89039"/>
                  </a:lnTo>
                  <a:lnTo>
                    <a:pt x="243321" y="114665"/>
                  </a:lnTo>
                  <a:lnTo>
                    <a:pt x="207540" y="143060"/>
                  </a:lnTo>
                  <a:lnTo>
                    <a:pt x="174069" y="174069"/>
                  </a:lnTo>
                  <a:lnTo>
                    <a:pt x="143060" y="207540"/>
                  </a:lnTo>
                  <a:lnTo>
                    <a:pt x="114665" y="243321"/>
                  </a:lnTo>
                  <a:lnTo>
                    <a:pt x="89039" y="281259"/>
                  </a:lnTo>
                  <a:lnTo>
                    <a:pt x="66334" y="321200"/>
                  </a:lnTo>
                  <a:lnTo>
                    <a:pt x="46702" y="362991"/>
                  </a:lnTo>
                  <a:lnTo>
                    <a:pt x="30297" y="406481"/>
                  </a:lnTo>
                  <a:lnTo>
                    <a:pt x="17271" y="451515"/>
                  </a:lnTo>
                  <a:lnTo>
                    <a:pt x="7778" y="497942"/>
                  </a:lnTo>
                  <a:lnTo>
                    <a:pt x="1970" y="545607"/>
                  </a:lnTo>
                  <a:lnTo>
                    <a:pt x="0" y="594360"/>
                  </a:lnTo>
                  <a:lnTo>
                    <a:pt x="1970" y="643112"/>
                  </a:lnTo>
                  <a:lnTo>
                    <a:pt x="7778" y="690777"/>
                  </a:lnTo>
                  <a:lnTo>
                    <a:pt x="17271" y="737204"/>
                  </a:lnTo>
                  <a:lnTo>
                    <a:pt x="30297" y="782238"/>
                  </a:lnTo>
                  <a:lnTo>
                    <a:pt x="46702" y="825728"/>
                  </a:lnTo>
                  <a:lnTo>
                    <a:pt x="66334" y="867519"/>
                  </a:lnTo>
                  <a:lnTo>
                    <a:pt x="89039" y="907460"/>
                  </a:lnTo>
                  <a:lnTo>
                    <a:pt x="114665" y="945398"/>
                  </a:lnTo>
                  <a:lnTo>
                    <a:pt x="143060" y="981179"/>
                  </a:lnTo>
                  <a:lnTo>
                    <a:pt x="174069" y="1014650"/>
                  </a:lnTo>
                  <a:lnTo>
                    <a:pt x="207540" y="1045659"/>
                  </a:lnTo>
                  <a:lnTo>
                    <a:pt x="243321" y="1074054"/>
                  </a:lnTo>
                  <a:lnTo>
                    <a:pt x="281259" y="1099680"/>
                  </a:lnTo>
                  <a:lnTo>
                    <a:pt x="321200" y="1122385"/>
                  </a:lnTo>
                  <a:lnTo>
                    <a:pt x="362991" y="1142017"/>
                  </a:lnTo>
                  <a:lnTo>
                    <a:pt x="406481" y="1158422"/>
                  </a:lnTo>
                  <a:lnTo>
                    <a:pt x="451515" y="1171448"/>
                  </a:lnTo>
                  <a:lnTo>
                    <a:pt x="497942" y="1180941"/>
                  </a:lnTo>
                  <a:lnTo>
                    <a:pt x="545607" y="1186749"/>
                  </a:lnTo>
                  <a:lnTo>
                    <a:pt x="594360" y="1188720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60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lnTo>
                    <a:pt x="1970" y="545607"/>
                  </a:lnTo>
                  <a:lnTo>
                    <a:pt x="7778" y="497942"/>
                  </a:lnTo>
                  <a:lnTo>
                    <a:pt x="17271" y="451515"/>
                  </a:lnTo>
                  <a:lnTo>
                    <a:pt x="30297" y="406481"/>
                  </a:lnTo>
                  <a:lnTo>
                    <a:pt x="46702" y="362991"/>
                  </a:lnTo>
                  <a:lnTo>
                    <a:pt x="66334" y="321200"/>
                  </a:lnTo>
                  <a:lnTo>
                    <a:pt x="89039" y="281259"/>
                  </a:lnTo>
                  <a:lnTo>
                    <a:pt x="114665" y="243321"/>
                  </a:lnTo>
                  <a:lnTo>
                    <a:pt x="143060" y="207540"/>
                  </a:lnTo>
                  <a:lnTo>
                    <a:pt x="174069" y="174069"/>
                  </a:lnTo>
                  <a:lnTo>
                    <a:pt x="207540" y="143060"/>
                  </a:lnTo>
                  <a:lnTo>
                    <a:pt x="243321" y="114665"/>
                  </a:lnTo>
                  <a:lnTo>
                    <a:pt x="281259" y="89039"/>
                  </a:lnTo>
                  <a:lnTo>
                    <a:pt x="321200" y="66334"/>
                  </a:lnTo>
                  <a:lnTo>
                    <a:pt x="362991" y="46702"/>
                  </a:lnTo>
                  <a:lnTo>
                    <a:pt x="406481" y="30297"/>
                  </a:lnTo>
                  <a:lnTo>
                    <a:pt x="451515" y="17271"/>
                  </a:lnTo>
                  <a:lnTo>
                    <a:pt x="497942" y="7778"/>
                  </a:lnTo>
                  <a:lnTo>
                    <a:pt x="545607" y="1970"/>
                  </a:lnTo>
                  <a:lnTo>
                    <a:pt x="594360" y="0"/>
                  </a:lnTo>
                  <a:lnTo>
                    <a:pt x="643112" y="1970"/>
                  </a:lnTo>
                  <a:lnTo>
                    <a:pt x="690777" y="7778"/>
                  </a:lnTo>
                  <a:lnTo>
                    <a:pt x="737204" y="17271"/>
                  </a:lnTo>
                  <a:lnTo>
                    <a:pt x="782238" y="30297"/>
                  </a:lnTo>
                  <a:lnTo>
                    <a:pt x="825728" y="46702"/>
                  </a:lnTo>
                  <a:lnTo>
                    <a:pt x="867519" y="66334"/>
                  </a:lnTo>
                  <a:lnTo>
                    <a:pt x="907460" y="89039"/>
                  </a:lnTo>
                  <a:lnTo>
                    <a:pt x="945398" y="114665"/>
                  </a:lnTo>
                  <a:lnTo>
                    <a:pt x="981179" y="143060"/>
                  </a:lnTo>
                  <a:lnTo>
                    <a:pt x="1014650" y="174069"/>
                  </a:lnTo>
                  <a:lnTo>
                    <a:pt x="1045659" y="207540"/>
                  </a:lnTo>
                  <a:lnTo>
                    <a:pt x="1074054" y="243321"/>
                  </a:lnTo>
                  <a:lnTo>
                    <a:pt x="1099680" y="281259"/>
                  </a:lnTo>
                  <a:lnTo>
                    <a:pt x="1122385" y="321200"/>
                  </a:lnTo>
                  <a:lnTo>
                    <a:pt x="1142017" y="362991"/>
                  </a:lnTo>
                  <a:lnTo>
                    <a:pt x="1158422" y="406481"/>
                  </a:lnTo>
                  <a:lnTo>
                    <a:pt x="1171448" y="451515"/>
                  </a:lnTo>
                  <a:lnTo>
                    <a:pt x="1180941" y="497942"/>
                  </a:lnTo>
                  <a:lnTo>
                    <a:pt x="1186749" y="545607"/>
                  </a:lnTo>
                  <a:lnTo>
                    <a:pt x="1188720" y="594360"/>
                  </a:lnTo>
                  <a:lnTo>
                    <a:pt x="1186749" y="643112"/>
                  </a:lnTo>
                  <a:lnTo>
                    <a:pt x="1180941" y="690777"/>
                  </a:lnTo>
                  <a:lnTo>
                    <a:pt x="1171448" y="737204"/>
                  </a:lnTo>
                  <a:lnTo>
                    <a:pt x="1158422" y="782238"/>
                  </a:lnTo>
                  <a:lnTo>
                    <a:pt x="1142017" y="825728"/>
                  </a:lnTo>
                  <a:lnTo>
                    <a:pt x="1122385" y="867519"/>
                  </a:lnTo>
                  <a:lnTo>
                    <a:pt x="1099680" y="907460"/>
                  </a:lnTo>
                  <a:lnTo>
                    <a:pt x="1074054" y="945398"/>
                  </a:lnTo>
                  <a:lnTo>
                    <a:pt x="1045659" y="981179"/>
                  </a:lnTo>
                  <a:lnTo>
                    <a:pt x="1014650" y="1014650"/>
                  </a:lnTo>
                  <a:lnTo>
                    <a:pt x="981179" y="1045659"/>
                  </a:lnTo>
                  <a:lnTo>
                    <a:pt x="945398" y="1074054"/>
                  </a:lnTo>
                  <a:lnTo>
                    <a:pt x="907460" y="1099680"/>
                  </a:lnTo>
                  <a:lnTo>
                    <a:pt x="867519" y="1122385"/>
                  </a:lnTo>
                  <a:lnTo>
                    <a:pt x="825728" y="1142017"/>
                  </a:lnTo>
                  <a:lnTo>
                    <a:pt x="782238" y="1158422"/>
                  </a:lnTo>
                  <a:lnTo>
                    <a:pt x="737204" y="1171448"/>
                  </a:lnTo>
                  <a:lnTo>
                    <a:pt x="690777" y="1180941"/>
                  </a:lnTo>
                  <a:lnTo>
                    <a:pt x="643112" y="1186749"/>
                  </a:lnTo>
                  <a:lnTo>
                    <a:pt x="594360" y="1188720"/>
                  </a:lnTo>
                  <a:lnTo>
                    <a:pt x="545607" y="1186749"/>
                  </a:lnTo>
                  <a:lnTo>
                    <a:pt x="497942" y="1180941"/>
                  </a:lnTo>
                  <a:lnTo>
                    <a:pt x="451515" y="1171448"/>
                  </a:lnTo>
                  <a:lnTo>
                    <a:pt x="406481" y="1158422"/>
                  </a:lnTo>
                  <a:lnTo>
                    <a:pt x="362991" y="1142017"/>
                  </a:lnTo>
                  <a:lnTo>
                    <a:pt x="321200" y="1122385"/>
                  </a:lnTo>
                  <a:lnTo>
                    <a:pt x="281259" y="1099680"/>
                  </a:lnTo>
                  <a:lnTo>
                    <a:pt x="243321" y="1074054"/>
                  </a:lnTo>
                  <a:lnTo>
                    <a:pt x="207540" y="1045659"/>
                  </a:lnTo>
                  <a:lnTo>
                    <a:pt x="174069" y="1014650"/>
                  </a:lnTo>
                  <a:lnTo>
                    <a:pt x="143060" y="981179"/>
                  </a:lnTo>
                  <a:lnTo>
                    <a:pt x="114665" y="945398"/>
                  </a:lnTo>
                  <a:lnTo>
                    <a:pt x="89039" y="907460"/>
                  </a:lnTo>
                  <a:lnTo>
                    <a:pt x="66334" y="867519"/>
                  </a:lnTo>
                  <a:lnTo>
                    <a:pt x="46702" y="825728"/>
                  </a:lnTo>
                  <a:lnTo>
                    <a:pt x="30297" y="782238"/>
                  </a:lnTo>
                  <a:lnTo>
                    <a:pt x="17271" y="737204"/>
                  </a:lnTo>
                  <a:lnTo>
                    <a:pt x="7778" y="690777"/>
                  </a:lnTo>
                  <a:lnTo>
                    <a:pt x="1970" y="643112"/>
                  </a:lnTo>
                  <a:lnTo>
                    <a:pt x="0" y="594360"/>
                  </a:lnTo>
                  <a:close/>
                </a:path>
              </a:pathLst>
            </a:custGeom>
            <a:ln w="12699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preencoded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81259" y="2948939"/>
              <a:ext cx="594359" cy="5943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874770" cy="228600"/>
            <a:chOff x="960119" y="471169"/>
            <a:chExt cx="3874770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1088136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38069" y="471169"/>
              <a:ext cx="906780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9234" y="471169"/>
              <a:ext cx="1565528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49122"/>
            <a:ext cx="3733165" cy="494030"/>
            <a:chOff x="685800" y="849122"/>
            <a:chExt cx="3733165" cy="4940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49122"/>
              <a:ext cx="1052017" cy="493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9869" y="849122"/>
              <a:ext cx="1402080" cy="4937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65729" y="849122"/>
              <a:ext cx="1752981" cy="4937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615666" y="1738820"/>
            <a:ext cx="7769225" cy="4568825"/>
            <a:chOff x="615666" y="1738820"/>
            <a:chExt cx="7769225" cy="456882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5666" y="1738820"/>
              <a:ext cx="7768648" cy="456834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5799" y="1783079"/>
              <a:ext cx="7635240" cy="4434840"/>
            </a:xfrm>
            <a:custGeom>
              <a:avLst/>
              <a:gdLst/>
              <a:ahLst/>
              <a:cxnLst/>
              <a:rect l="l" t="t" r="r" b="b"/>
              <a:pathLst>
                <a:path w="7635240" h="4434840">
                  <a:moveTo>
                    <a:pt x="7562088" y="0"/>
                  </a:moveTo>
                  <a:lnTo>
                    <a:pt x="73126" y="0"/>
                  </a:lnTo>
                  <a:lnTo>
                    <a:pt x="44662" y="5750"/>
                  </a:lnTo>
                  <a:lnTo>
                    <a:pt x="21418" y="21431"/>
                  </a:lnTo>
                  <a:lnTo>
                    <a:pt x="5746" y="44684"/>
                  </a:lnTo>
                  <a:lnTo>
                    <a:pt x="0" y="73152"/>
                  </a:lnTo>
                  <a:lnTo>
                    <a:pt x="0" y="4361713"/>
                  </a:lnTo>
                  <a:lnTo>
                    <a:pt x="5746" y="4390177"/>
                  </a:lnTo>
                  <a:lnTo>
                    <a:pt x="21418" y="4413421"/>
                  </a:lnTo>
                  <a:lnTo>
                    <a:pt x="44662" y="4429093"/>
                  </a:lnTo>
                  <a:lnTo>
                    <a:pt x="73126" y="4434840"/>
                  </a:lnTo>
                  <a:lnTo>
                    <a:pt x="7562088" y="4434840"/>
                  </a:lnTo>
                  <a:lnTo>
                    <a:pt x="7590555" y="4429093"/>
                  </a:lnTo>
                  <a:lnTo>
                    <a:pt x="7613808" y="4413421"/>
                  </a:lnTo>
                  <a:lnTo>
                    <a:pt x="7629489" y="4390177"/>
                  </a:lnTo>
                  <a:lnTo>
                    <a:pt x="7635240" y="4361713"/>
                  </a:lnTo>
                  <a:lnTo>
                    <a:pt x="7635240" y="73152"/>
                  </a:lnTo>
                  <a:lnTo>
                    <a:pt x="7629489" y="44684"/>
                  </a:lnTo>
                  <a:lnTo>
                    <a:pt x="7613808" y="21431"/>
                  </a:lnTo>
                  <a:lnTo>
                    <a:pt x="7590555" y="5750"/>
                  </a:lnTo>
                  <a:lnTo>
                    <a:pt x="75620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799" y="1783079"/>
              <a:ext cx="7635240" cy="4434840"/>
            </a:xfrm>
            <a:custGeom>
              <a:avLst/>
              <a:gdLst/>
              <a:ahLst/>
              <a:cxnLst/>
              <a:rect l="l" t="t" r="r" b="b"/>
              <a:pathLst>
                <a:path w="7635240" h="4434840">
                  <a:moveTo>
                    <a:pt x="0" y="73152"/>
                  </a:moveTo>
                  <a:lnTo>
                    <a:pt x="5746" y="44684"/>
                  </a:lnTo>
                  <a:lnTo>
                    <a:pt x="21418" y="21431"/>
                  </a:lnTo>
                  <a:lnTo>
                    <a:pt x="44662" y="5750"/>
                  </a:lnTo>
                  <a:lnTo>
                    <a:pt x="73126" y="0"/>
                  </a:lnTo>
                  <a:lnTo>
                    <a:pt x="7562088" y="0"/>
                  </a:lnTo>
                  <a:lnTo>
                    <a:pt x="7590555" y="5750"/>
                  </a:lnTo>
                  <a:lnTo>
                    <a:pt x="7613808" y="21431"/>
                  </a:lnTo>
                  <a:lnTo>
                    <a:pt x="7629489" y="44684"/>
                  </a:lnTo>
                  <a:lnTo>
                    <a:pt x="7635240" y="73152"/>
                  </a:lnTo>
                  <a:lnTo>
                    <a:pt x="7635240" y="4361713"/>
                  </a:lnTo>
                  <a:lnTo>
                    <a:pt x="7629489" y="4390177"/>
                  </a:lnTo>
                  <a:lnTo>
                    <a:pt x="7613808" y="4413421"/>
                  </a:lnTo>
                  <a:lnTo>
                    <a:pt x="7590555" y="4429093"/>
                  </a:lnTo>
                  <a:lnTo>
                    <a:pt x="7562088" y="4434840"/>
                  </a:lnTo>
                  <a:lnTo>
                    <a:pt x="73126" y="4434840"/>
                  </a:lnTo>
                  <a:lnTo>
                    <a:pt x="44662" y="4429093"/>
                  </a:lnTo>
                  <a:lnTo>
                    <a:pt x="21418" y="4413421"/>
                  </a:lnTo>
                  <a:lnTo>
                    <a:pt x="5746" y="4390177"/>
                  </a:lnTo>
                  <a:lnTo>
                    <a:pt x="0" y="4361713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 descr="assets/arch_main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5640" y="2370302"/>
              <a:ext cx="3819906" cy="3260344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634730" y="1776729"/>
            <a:ext cx="2875280" cy="4447540"/>
            <a:chOff x="8634730" y="1776729"/>
            <a:chExt cx="2875280" cy="4447540"/>
          </a:xfrm>
        </p:grpSpPr>
        <p:sp>
          <p:nvSpPr>
            <p:cNvPr id="17" name="object 17"/>
            <p:cNvSpPr/>
            <p:nvPr/>
          </p:nvSpPr>
          <p:spPr>
            <a:xfrm>
              <a:off x="8641080" y="1783079"/>
              <a:ext cx="2862580" cy="4434840"/>
            </a:xfrm>
            <a:custGeom>
              <a:avLst/>
              <a:gdLst/>
              <a:ahLst/>
              <a:cxnLst/>
              <a:rect l="l" t="t" r="r" b="b"/>
              <a:pathLst>
                <a:path w="2862579" h="4434840">
                  <a:moveTo>
                    <a:pt x="278892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4361688"/>
                  </a:lnTo>
                  <a:lnTo>
                    <a:pt x="5750" y="4390161"/>
                  </a:lnTo>
                  <a:lnTo>
                    <a:pt x="21431" y="4413413"/>
                  </a:lnTo>
                  <a:lnTo>
                    <a:pt x="44684" y="4429091"/>
                  </a:lnTo>
                  <a:lnTo>
                    <a:pt x="73151" y="4434840"/>
                  </a:lnTo>
                  <a:lnTo>
                    <a:pt x="2788920" y="4434840"/>
                  </a:lnTo>
                  <a:lnTo>
                    <a:pt x="2817387" y="4429091"/>
                  </a:lnTo>
                  <a:lnTo>
                    <a:pt x="2840640" y="4413413"/>
                  </a:lnTo>
                  <a:lnTo>
                    <a:pt x="2856321" y="4390161"/>
                  </a:lnTo>
                  <a:lnTo>
                    <a:pt x="2862072" y="4361688"/>
                  </a:lnTo>
                  <a:lnTo>
                    <a:pt x="2862072" y="73152"/>
                  </a:lnTo>
                  <a:lnTo>
                    <a:pt x="2856321" y="44684"/>
                  </a:lnTo>
                  <a:lnTo>
                    <a:pt x="2840640" y="21431"/>
                  </a:lnTo>
                  <a:lnTo>
                    <a:pt x="2817387" y="5750"/>
                  </a:lnTo>
                  <a:lnTo>
                    <a:pt x="2788920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1080" y="1783079"/>
              <a:ext cx="2862580" cy="4434840"/>
            </a:xfrm>
            <a:custGeom>
              <a:avLst/>
              <a:gdLst/>
              <a:ahLst/>
              <a:cxnLst/>
              <a:rect l="l" t="t" r="r" b="b"/>
              <a:pathLst>
                <a:path w="2862579" h="443484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2788920" y="0"/>
                  </a:lnTo>
                  <a:lnTo>
                    <a:pt x="2817387" y="5750"/>
                  </a:lnTo>
                  <a:lnTo>
                    <a:pt x="2840640" y="21431"/>
                  </a:lnTo>
                  <a:lnTo>
                    <a:pt x="2856321" y="44684"/>
                  </a:lnTo>
                  <a:lnTo>
                    <a:pt x="2862072" y="73152"/>
                  </a:lnTo>
                  <a:lnTo>
                    <a:pt x="2862072" y="4361688"/>
                  </a:lnTo>
                  <a:lnTo>
                    <a:pt x="2856321" y="4390161"/>
                  </a:lnTo>
                  <a:lnTo>
                    <a:pt x="2840640" y="4413413"/>
                  </a:lnTo>
                  <a:lnTo>
                    <a:pt x="2817387" y="4429091"/>
                  </a:lnTo>
                  <a:lnTo>
                    <a:pt x="2788920" y="4434840"/>
                  </a:lnTo>
                  <a:lnTo>
                    <a:pt x="73151" y="4434840"/>
                  </a:lnTo>
                  <a:lnTo>
                    <a:pt x="44684" y="4429091"/>
                  </a:lnTo>
                  <a:lnTo>
                    <a:pt x="21431" y="4413413"/>
                  </a:lnTo>
                  <a:lnTo>
                    <a:pt x="5750" y="4390161"/>
                  </a:lnTo>
                  <a:lnTo>
                    <a:pt x="0" y="436168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41080" y="1783079"/>
              <a:ext cx="73660" cy="4434840"/>
            </a:xfrm>
            <a:custGeom>
              <a:avLst/>
              <a:gdLst/>
              <a:ahLst/>
              <a:cxnLst/>
              <a:rect l="l" t="t" r="r" b="b"/>
              <a:pathLst>
                <a:path w="73659" h="4434840">
                  <a:moveTo>
                    <a:pt x="73151" y="0"/>
                  </a:moveTo>
                  <a:lnTo>
                    <a:pt x="0" y="0"/>
                  </a:lnTo>
                  <a:lnTo>
                    <a:pt x="0" y="4434840"/>
                  </a:lnTo>
                  <a:lnTo>
                    <a:pt x="73151" y="443484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16670" y="2024506"/>
              <a:ext cx="658368" cy="3169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21114" y="2024506"/>
              <a:ext cx="658368" cy="3169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25558" y="2024506"/>
              <a:ext cx="658368" cy="3169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901938" y="263347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44"/>
                  </a:lnTo>
                  <a:lnTo>
                    <a:pt x="139571" y="17966"/>
                  </a:lnTo>
                  <a:lnTo>
                    <a:pt x="100738" y="39045"/>
                  </a:lnTo>
                  <a:lnTo>
                    <a:pt x="66913" y="66960"/>
                  </a:lnTo>
                  <a:lnTo>
                    <a:pt x="39011" y="100793"/>
                  </a:lnTo>
                  <a:lnTo>
                    <a:pt x="17948" y="139624"/>
                  </a:lnTo>
                  <a:lnTo>
                    <a:pt x="4639" y="182533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 descr="preencoded.png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25382" y="2756915"/>
              <a:ext cx="210311" cy="21031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97568" y="2600578"/>
              <a:ext cx="780287" cy="28193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42220" y="2600578"/>
              <a:ext cx="585216" cy="2819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97568" y="3036061"/>
              <a:ext cx="308864" cy="18592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729216" y="3036061"/>
              <a:ext cx="512064" cy="18592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52888" y="3036061"/>
              <a:ext cx="512064" cy="18592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76560" y="3036061"/>
              <a:ext cx="512064" cy="18592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000232" y="3036061"/>
              <a:ext cx="384048" cy="18592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33383" y="3112896"/>
              <a:ext cx="390144" cy="28193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901938" y="354787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44"/>
                  </a:lnTo>
                  <a:lnTo>
                    <a:pt x="139571" y="17966"/>
                  </a:lnTo>
                  <a:lnTo>
                    <a:pt x="100738" y="39045"/>
                  </a:lnTo>
                  <a:lnTo>
                    <a:pt x="66913" y="66960"/>
                  </a:lnTo>
                  <a:lnTo>
                    <a:pt x="39011" y="100793"/>
                  </a:lnTo>
                  <a:lnTo>
                    <a:pt x="17948" y="139624"/>
                  </a:lnTo>
                  <a:lnTo>
                    <a:pt x="4639" y="182533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 descr="preencoded.png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025382" y="3671315"/>
              <a:ext cx="210311" cy="2103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497568" y="3515232"/>
              <a:ext cx="780287" cy="2819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142220" y="3515232"/>
              <a:ext cx="780287" cy="2819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497568" y="3950842"/>
              <a:ext cx="512064" cy="18592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921240" y="3950842"/>
              <a:ext cx="512064" cy="18592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344912" y="3950842"/>
              <a:ext cx="384048" cy="18592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640568" y="3950842"/>
              <a:ext cx="384048" cy="18592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33383" y="4027297"/>
              <a:ext cx="390144" cy="281939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901938" y="446227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44"/>
                  </a:lnTo>
                  <a:lnTo>
                    <a:pt x="139571" y="17966"/>
                  </a:lnTo>
                  <a:lnTo>
                    <a:pt x="100738" y="39045"/>
                  </a:lnTo>
                  <a:lnTo>
                    <a:pt x="66913" y="66960"/>
                  </a:lnTo>
                  <a:lnTo>
                    <a:pt x="39011" y="100793"/>
                  </a:lnTo>
                  <a:lnTo>
                    <a:pt x="17948" y="139624"/>
                  </a:lnTo>
                  <a:lnTo>
                    <a:pt x="4639" y="182533"/>
                  </a:lnTo>
                  <a:lnTo>
                    <a:pt x="0" y="228600"/>
                  </a:lnTo>
                  <a:lnTo>
                    <a:pt x="4639" y="274666"/>
                  </a:lnTo>
                  <a:lnTo>
                    <a:pt x="17948" y="317575"/>
                  </a:lnTo>
                  <a:lnTo>
                    <a:pt x="39011" y="356406"/>
                  </a:lnTo>
                  <a:lnTo>
                    <a:pt x="66913" y="390239"/>
                  </a:lnTo>
                  <a:lnTo>
                    <a:pt x="100738" y="418154"/>
                  </a:lnTo>
                  <a:lnTo>
                    <a:pt x="139571" y="439233"/>
                  </a:lnTo>
                  <a:lnTo>
                    <a:pt x="182496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 descr="preencoded.png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25382" y="4585715"/>
              <a:ext cx="210311" cy="21031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497568" y="4429328"/>
              <a:ext cx="1591437" cy="28224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497568" y="4864938"/>
              <a:ext cx="164592" cy="18623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579864" y="4864938"/>
              <a:ext cx="118872" cy="1862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639300" y="4864938"/>
              <a:ext cx="410718" cy="18623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991344" y="4864938"/>
              <a:ext cx="512064" cy="18623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415016" y="4864938"/>
              <a:ext cx="384048" cy="18623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710672" y="4864938"/>
              <a:ext cx="384048" cy="18623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006328" y="4864938"/>
              <a:ext cx="384048" cy="18623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33383" y="4942077"/>
              <a:ext cx="390144" cy="28193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901938" y="5376671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496" y="4644"/>
                  </a:lnTo>
                  <a:lnTo>
                    <a:pt x="139571" y="17966"/>
                  </a:lnTo>
                  <a:lnTo>
                    <a:pt x="100738" y="39045"/>
                  </a:lnTo>
                  <a:lnTo>
                    <a:pt x="66913" y="66960"/>
                  </a:lnTo>
                  <a:lnTo>
                    <a:pt x="39011" y="100793"/>
                  </a:lnTo>
                  <a:lnTo>
                    <a:pt x="17948" y="139624"/>
                  </a:lnTo>
                  <a:lnTo>
                    <a:pt x="4639" y="182533"/>
                  </a:lnTo>
                  <a:lnTo>
                    <a:pt x="0" y="228599"/>
                  </a:lnTo>
                  <a:lnTo>
                    <a:pt x="4639" y="274670"/>
                  </a:lnTo>
                  <a:lnTo>
                    <a:pt x="17948" y="317580"/>
                  </a:lnTo>
                  <a:lnTo>
                    <a:pt x="39011" y="356411"/>
                  </a:lnTo>
                  <a:lnTo>
                    <a:pt x="66913" y="390244"/>
                  </a:lnTo>
                  <a:lnTo>
                    <a:pt x="100738" y="418158"/>
                  </a:lnTo>
                  <a:lnTo>
                    <a:pt x="139571" y="439235"/>
                  </a:lnTo>
                  <a:lnTo>
                    <a:pt x="182496" y="452555"/>
                  </a:lnTo>
                  <a:lnTo>
                    <a:pt x="228600" y="457199"/>
                  </a:lnTo>
                  <a:lnTo>
                    <a:pt x="274666" y="452555"/>
                  </a:lnTo>
                  <a:lnTo>
                    <a:pt x="317575" y="439235"/>
                  </a:lnTo>
                  <a:lnTo>
                    <a:pt x="356406" y="418158"/>
                  </a:lnTo>
                  <a:lnTo>
                    <a:pt x="390239" y="390244"/>
                  </a:lnTo>
                  <a:lnTo>
                    <a:pt x="418154" y="356411"/>
                  </a:lnTo>
                  <a:lnTo>
                    <a:pt x="439233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 descr="preencoded.png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025382" y="5500115"/>
              <a:ext cx="210311" cy="21031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497568" y="5344362"/>
              <a:ext cx="585216" cy="28194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947148" y="5344362"/>
              <a:ext cx="585216" cy="28194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497568" y="5779922"/>
              <a:ext cx="384048" cy="18592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793224" y="5779922"/>
              <a:ext cx="384048" cy="18592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049256" y="5779922"/>
              <a:ext cx="106679" cy="18592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102596" y="5779922"/>
              <a:ext cx="384048" cy="18592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399776" y="5779922"/>
              <a:ext cx="384048" cy="18592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693908" y="5779922"/>
              <a:ext cx="384048" cy="185928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64" name="object 6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71" name="object 7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  <p:pic>
        <p:nvPicPr>
          <p:cNvPr id="74" name="object 74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952957" y="1874710"/>
            <a:ext cx="3265551" cy="43521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63080"/>
            <a:chOff x="0" y="0"/>
            <a:chExt cx="12192000" cy="686308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6858000"/>
            </a:xfrm>
            <a:custGeom>
              <a:avLst/>
              <a:gdLst/>
              <a:ahLst/>
              <a:cxnLst/>
              <a:rect l="l" t="t" r="r" b="b"/>
              <a:pathLst>
                <a:path w="12045950" h="6858000">
                  <a:moveTo>
                    <a:pt x="0" y="6858000"/>
                  </a:moveTo>
                  <a:lnTo>
                    <a:pt x="12045696" y="6858000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46685" cy="6858000"/>
            </a:xfrm>
            <a:custGeom>
              <a:avLst/>
              <a:gdLst/>
              <a:ahLst/>
              <a:cxnLst/>
              <a:rect l="l" t="t" r="r" b="b"/>
              <a:pathLst>
                <a:path w="146685" h="6858000">
                  <a:moveTo>
                    <a:pt x="1463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6304" y="6858000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40" y="4572000"/>
              <a:ext cx="3291840" cy="2286000"/>
            </a:xfrm>
            <a:custGeom>
              <a:avLst/>
              <a:gdLst/>
              <a:ahLst/>
              <a:cxnLst/>
              <a:rect l="l" t="t" r="r" b="b"/>
              <a:pathLst>
                <a:path w="3291840" h="2286000">
                  <a:moveTo>
                    <a:pt x="0" y="182880"/>
                  </a:moveTo>
                  <a:lnTo>
                    <a:pt x="1371600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2468879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1371600" y="1920239"/>
                  </a:lnTo>
                </a:path>
                <a:path w="3291840" h="2286000">
                  <a:moveTo>
                    <a:pt x="1371600" y="82296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3291839" y="731519"/>
                  </a:lnTo>
                </a:path>
                <a:path w="3291840" h="2286000">
                  <a:moveTo>
                    <a:pt x="1005839" y="1920239"/>
                  </a:moveTo>
                  <a:lnTo>
                    <a:pt x="2651759" y="1920239"/>
                  </a:lnTo>
                </a:path>
                <a:path w="3291840" h="2286000">
                  <a:moveTo>
                    <a:pt x="1005839" y="1920239"/>
                  </a:moveTo>
                  <a:lnTo>
                    <a:pt x="1580605" y="228600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5237" y="59436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9525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525" y="9144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30000" y="5943600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4231" y="4690871"/>
              <a:ext cx="128016" cy="1280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8692" y="5353811"/>
              <a:ext cx="82296" cy="822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5971" y="4530852"/>
              <a:ext cx="82296" cy="822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0071" y="6428232"/>
              <a:ext cx="128016" cy="1280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8852" y="5902452"/>
              <a:ext cx="82296" cy="822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6071" y="5239511"/>
              <a:ext cx="128016" cy="1280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0471" y="1580641"/>
              <a:ext cx="4852670" cy="3352800"/>
            </a:xfrm>
            <a:custGeom>
              <a:avLst/>
              <a:gdLst/>
              <a:ahLst/>
              <a:cxnLst/>
              <a:rect l="l" t="t" r="r" b="b"/>
              <a:pathLst>
                <a:path w="4852670" h="3352800">
                  <a:moveTo>
                    <a:pt x="1371204" y="12700"/>
                  </a:moveTo>
                  <a:lnTo>
                    <a:pt x="939980" y="12700"/>
                  </a:lnTo>
                  <a:lnTo>
                    <a:pt x="891973" y="25400"/>
                  </a:lnTo>
                  <a:lnTo>
                    <a:pt x="845357" y="25400"/>
                  </a:lnTo>
                  <a:lnTo>
                    <a:pt x="800131" y="38100"/>
                  </a:lnTo>
                  <a:lnTo>
                    <a:pt x="713856" y="63500"/>
                  </a:lnTo>
                  <a:lnTo>
                    <a:pt x="672807" y="76200"/>
                  </a:lnTo>
                  <a:lnTo>
                    <a:pt x="623419" y="101600"/>
                  </a:lnTo>
                  <a:lnTo>
                    <a:pt x="576153" y="127000"/>
                  </a:lnTo>
                  <a:lnTo>
                    <a:pt x="531008" y="152400"/>
                  </a:lnTo>
                  <a:lnTo>
                    <a:pt x="487986" y="177800"/>
                  </a:lnTo>
                  <a:lnTo>
                    <a:pt x="447086" y="203200"/>
                  </a:lnTo>
                  <a:lnTo>
                    <a:pt x="408308" y="241300"/>
                  </a:lnTo>
                  <a:lnTo>
                    <a:pt x="371653" y="279400"/>
                  </a:lnTo>
                  <a:lnTo>
                    <a:pt x="337121" y="317500"/>
                  </a:lnTo>
                  <a:lnTo>
                    <a:pt x="308497" y="355600"/>
                  </a:lnTo>
                  <a:lnTo>
                    <a:pt x="281185" y="381000"/>
                  </a:lnTo>
                  <a:lnTo>
                    <a:pt x="255185" y="419100"/>
                  </a:lnTo>
                  <a:lnTo>
                    <a:pt x="230496" y="469900"/>
                  </a:lnTo>
                  <a:lnTo>
                    <a:pt x="207119" y="508000"/>
                  </a:lnTo>
                  <a:lnTo>
                    <a:pt x="185054" y="546100"/>
                  </a:lnTo>
                  <a:lnTo>
                    <a:pt x="164301" y="596900"/>
                  </a:lnTo>
                  <a:lnTo>
                    <a:pt x="144860" y="647700"/>
                  </a:lnTo>
                  <a:lnTo>
                    <a:pt x="126730" y="685800"/>
                  </a:lnTo>
                  <a:lnTo>
                    <a:pt x="109913" y="736600"/>
                  </a:lnTo>
                  <a:lnTo>
                    <a:pt x="94407" y="800100"/>
                  </a:lnTo>
                  <a:lnTo>
                    <a:pt x="80213" y="850900"/>
                  </a:lnTo>
                  <a:lnTo>
                    <a:pt x="70941" y="889000"/>
                  </a:lnTo>
                  <a:lnTo>
                    <a:pt x="62238" y="927100"/>
                  </a:lnTo>
                  <a:lnTo>
                    <a:pt x="54104" y="965200"/>
                  </a:lnTo>
                  <a:lnTo>
                    <a:pt x="46539" y="1016000"/>
                  </a:lnTo>
                  <a:lnTo>
                    <a:pt x="39544" y="1054100"/>
                  </a:lnTo>
                  <a:lnTo>
                    <a:pt x="33117" y="1104900"/>
                  </a:lnTo>
                  <a:lnTo>
                    <a:pt x="27260" y="1155700"/>
                  </a:lnTo>
                  <a:lnTo>
                    <a:pt x="21972" y="1193800"/>
                  </a:lnTo>
                  <a:lnTo>
                    <a:pt x="17253" y="1244600"/>
                  </a:lnTo>
                  <a:lnTo>
                    <a:pt x="13104" y="1295400"/>
                  </a:lnTo>
                  <a:lnTo>
                    <a:pt x="9524" y="1346200"/>
                  </a:lnTo>
                  <a:lnTo>
                    <a:pt x="6513" y="1397000"/>
                  </a:lnTo>
                  <a:lnTo>
                    <a:pt x="4071" y="1447800"/>
                  </a:lnTo>
                  <a:lnTo>
                    <a:pt x="2199" y="1511300"/>
                  </a:lnTo>
                  <a:lnTo>
                    <a:pt x="896" y="1562100"/>
                  </a:lnTo>
                  <a:lnTo>
                    <a:pt x="163" y="1625600"/>
                  </a:lnTo>
                  <a:lnTo>
                    <a:pt x="0" y="1676400"/>
                  </a:lnTo>
                  <a:lnTo>
                    <a:pt x="163" y="1739900"/>
                  </a:lnTo>
                  <a:lnTo>
                    <a:pt x="896" y="1790700"/>
                  </a:lnTo>
                  <a:lnTo>
                    <a:pt x="2199" y="1854200"/>
                  </a:lnTo>
                  <a:lnTo>
                    <a:pt x="4071" y="1905000"/>
                  </a:lnTo>
                  <a:lnTo>
                    <a:pt x="6513" y="1955800"/>
                  </a:lnTo>
                  <a:lnTo>
                    <a:pt x="9524" y="2019300"/>
                  </a:lnTo>
                  <a:lnTo>
                    <a:pt x="13104" y="2070099"/>
                  </a:lnTo>
                  <a:lnTo>
                    <a:pt x="17253" y="2120899"/>
                  </a:lnTo>
                  <a:lnTo>
                    <a:pt x="21972" y="2158999"/>
                  </a:lnTo>
                  <a:lnTo>
                    <a:pt x="27260" y="2209799"/>
                  </a:lnTo>
                  <a:lnTo>
                    <a:pt x="33117" y="2260599"/>
                  </a:lnTo>
                  <a:lnTo>
                    <a:pt x="39544" y="2298699"/>
                  </a:lnTo>
                  <a:lnTo>
                    <a:pt x="46539" y="2349499"/>
                  </a:lnTo>
                  <a:lnTo>
                    <a:pt x="54104" y="2387599"/>
                  </a:lnTo>
                  <a:lnTo>
                    <a:pt x="62238" y="2438399"/>
                  </a:lnTo>
                  <a:lnTo>
                    <a:pt x="70941" y="2476499"/>
                  </a:lnTo>
                  <a:lnTo>
                    <a:pt x="80213" y="2514599"/>
                  </a:lnTo>
                  <a:lnTo>
                    <a:pt x="94407" y="2565399"/>
                  </a:lnTo>
                  <a:lnTo>
                    <a:pt x="109913" y="2616199"/>
                  </a:lnTo>
                  <a:lnTo>
                    <a:pt x="126730" y="2666999"/>
                  </a:lnTo>
                  <a:lnTo>
                    <a:pt x="144860" y="2717799"/>
                  </a:lnTo>
                  <a:lnTo>
                    <a:pt x="164301" y="2768599"/>
                  </a:lnTo>
                  <a:lnTo>
                    <a:pt x="185054" y="2806699"/>
                  </a:lnTo>
                  <a:lnTo>
                    <a:pt x="207119" y="2857499"/>
                  </a:lnTo>
                  <a:lnTo>
                    <a:pt x="230496" y="2895599"/>
                  </a:lnTo>
                  <a:lnTo>
                    <a:pt x="255185" y="2933699"/>
                  </a:lnTo>
                  <a:lnTo>
                    <a:pt x="281185" y="2971799"/>
                  </a:lnTo>
                  <a:lnTo>
                    <a:pt x="308497" y="3009899"/>
                  </a:lnTo>
                  <a:lnTo>
                    <a:pt x="337121" y="3047999"/>
                  </a:lnTo>
                  <a:lnTo>
                    <a:pt x="371653" y="3086099"/>
                  </a:lnTo>
                  <a:lnTo>
                    <a:pt x="408308" y="3124199"/>
                  </a:lnTo>
                  <a:lnTo>
                    <a:pt x="447086" y="3149599"/>
                  </a:lnTo>
                  <a:lnTo>
                    <a:pt x="487986" y="3187699"/>
                  </a:lnTo>
                  <a:lnTo>
                    <a:pt x="531008" y="3213099"/>
                  </a:lnTo>
                  <a:lnTo>
                    <a:pt x="576153" y="3238499"/>
                  </a:lnTo>
                  <a:lnTo>
                    <a:pt x="623419" y="3263900"/>
                  </a:lnTo>
                  <a:lnTo>
                    <a:pt x="672807" y="3276600"/>
                  </a:lnTo>
                  <a:lnTo>
                    <a:pt x="713856" y="3289300"/>
                  </a:lnTo>
                  <a:lnTo>
                    <a:pt x="756297" y="3314700"/>
                  </a:lnTo>
                  <a:lnTo>
                    <a:pt x="800131" y="3314700"/>
                  </a:lnTo>
                  <a:lnTo>
                    <a:pt x="845357" y="3327400"/>
                  </a:lnTo>
                  <a:lnTo>
                    <a:pt x="939980" y="3352800"/>
                  </a:lnTo>
                  <a:lnTo>
                    <a:pt x="1317367" y="3352800"/>
                  </a:lnTo>
                  <a:lnTo>
                    <a:pt x="1371204" y="3340100"/>
                  </a:lnTo>
                  <a:lnTo>
                    <a:pt x="1423381" y="3340100"/>
                  </a:lnTo>
                  <a:lnTo>
                    <a:pt x="1522756" y="3314700"/>
                  </a:lnTo>
                  <a:lnTo>
                    <a:pt x="1569955" y="3302000"/>
                  </a:lnTo>
                  <a:lnTo>
                    <a:pt x="1615493" y="3276600"/>
                  </a:lnTo>
                  <a:lnTo>
                    <a:pt x="1659373" y="3263900"/>
                  </a:lnTo>
                  <a:lnTo>
                    <a:pt x="1701594" y="3238499"/>
                  </a:lnTo>
                  <a:lnTo>
                    <a:pt x="1742155" y="3225799"/>
                  </a:lnTo>
                  <a:lnTo>
                    <a:pt x="1781058" y="3200399"/>
                  </a:lnTo>
                  <a:lnTo>
                    <a:pt x="1818302" y="3174999"/>
                  </a:lnTo>
                  <a:lnTo>
                    <a:pt x="1853888" y="3136899"/>
                  </a:lnTo>
                  <a:lnTo>
                    <a:pt x="1887815" y="3111499"/>
                  </a:lnTo>
                  <a:lnTo>
                    <a:pt x="1920084" y="3086099"/>
                  </a:lnTo>
                  <a:lnTo>
                    <a:pt x="1950694" y="3047999"/>
                  </a:lnTo>
                  <a:lnTo>
                    <a:pt x="1979312" y="3009899"/>
                  </a:lnTo>
                  <a:lnTo>
                    <a:pt x="2006617" y="2971799"/>
                  </a:lnTo>
                  <a:lnTo>
                    <a:pt x="2032611" y="2933699"/>
                  </a:lnTo>
                  <a:lnTo>
                    <a:pt x="2057294" y="2895599"/>
                  </a:lnTo>
                  <a:lnTo>
                    <a:pt x="2080667" y="2857499"/>
                  </a:lnTo>
                  <a:lnTo>
                    <a:pt x="2102729" y="2806699"/>
                  </a:lnTo>
                  <a:lnTo>
                    <a:pt x="2123482" y="2768599"/>
                  </a:lnTo>
                  <a:lnTo>
                    <a:pt x="1059138" y="2768599"/>
                  </a:lnTo>
                  <a:lnTo>
                    <a:pt x="1019433" y="2755899"/>
                  </a:lnTo>
                  <a:lnTo>
                    <a:pt x="982192" y="2743199"/>
                  </a:lnTo>
                  <a:lnTo>
                    <a:pt x="947692" y="2717799"/>
                  </a:lnTo>
                  <a:lnTo>
                    <a:pt x="916025" y="2692399"/>
                  </a:lnTo>
                  <a:lnTo>
                    <a:pt x="887216" y="2666999"/>
                  </a:lnTo>
                  <a:lnTo>
                    <a:pt x="861288" y="2628899"/>
                  </a:lnTo>
                  <a:lnTo>
                    <a:pt x="843980" y="2590799"/>
                  </a:lnTo>
                  <a:lnTo>
                    <a:pt x="828198" y="2552699"/>
                  </a:lnTo>
                  <a:lnTo>
                    <a:pt x="813945" y="2514599"/>
                  </a:lnTo>
                  <a:lnTo>
                    <a:pt x="801223" y="2463799"/>
                  </a:lnTo>
                  <a:lnTo>
                    <a:pt x="790033" y="2412999"/>
                  </a:lnTo>
                  <a:lnTo>
                    <a:pt x="780378" y="2349499"/>
                  </a:lnTo>
                  <a:lnTo>
                    <a:pt x="772261" y="2285999"/>
                  </a:lnTo>
                  <a:lnTo>
                    <a:pt x="768158" y="2247899"/>
                  </a:lnTo>
                  <a:lnTo>
                    <a:pt x="764422" y="2209799"/>
                  </a:lnTo>
                  <a:lnTo>
                    <a:pt x="761053" y="2158999"/>
                  </a:lnTo>
                  <a:lnTo>
                    <a:pt x="758052" y="2120899"/>
                  </a:lnTo>
                  <a:lnTo>
                    <a:pt x="755419" y="2070099"/>
                  </a:lnTo>
                  <a:lnTo>
                    <a:pt x="753156" y="2019300"/>
                  </a:lnTo>
                  <a:lnTo>
                    <a:pt x="751262" y="1968500"/>
                  </a:lnTo>
                  <a:lnTo>
                    <a:pt x="749738" y="1917700"/>
                  </a:lnTo>
                  <a:lnTo>
                    <a:pt x="748585" y="1866900"/>
                  </a:lnTo>
                  <a:lnTo>
                    <a:pt x="747803" y="1803400"/>
                  </a:lnTo>
                  <a:lnTo>
                    <a:pt x="747394" y="1739900"/>
                  </a:lnTo>
                  <a:lnTo>
                    <a:pt x="747394" y="1612900"/>
                  </a:lnTo>
                  <a:lnTo>
                    <a:pt x="747803" y="1562100"/>
                  </a:lnTo>
                  <a:lnTo>
                    <a:pt x="748585" y="1498600"/>
                  </a:lnTo>
                  <a:lnTo>
                    <a:pt x="749738" y="1447800"/>
                  </a:lnTo>
                  <a:lnTo>
                    <a:pt x="753156" y="1333500"/>
                  </a:lnTo>
                  <a:lnTo>
                    <a:pt x="755419" y="1295400"/>
                  </a:lnTo>
                  <a:lnTo>
                    <a:pt x="758052" y="1244600"/>
                  </a:lnTo>
                  <a:lnTo>
                    <a:pt x="761053" y="1193800"/>
                  </a:lnTo>
                  <a:lnTo>
                    <a:pt x="764422" y="1155700"/>
                  </a:lnTo>
                  <a:lnTo>
                    <a:pt x="768158" y="1117600"/>
                  </a:lnTo>
                  <a:lnTo>
                    <a:pt x="772261" y="1066800"/>
                  </a:lnTo>
                  <a:lnTo>
                    <a:pt x="780378" y="1003300"/>
                  </a:lnTo>
                  <a:lnTo>
                    <a:pt x="790033" y="952500"/>
                  </a:lnTo>
                  <a:lnTo>
                    <a:pt x="801223" y="901700"/>
                  </a:lnTo>
                  <a:lnTo>
                    <a:pt x="813945" y="850900"/>
                  </a:lnTo>
                  <a:lnTo>
                    <a:pt x="828198" y="812800"/>
                  </a:lnTo>
                  <a:lnTo>
                    <a:pt x="843980" y="774700"/>
                  </a:lnTo>
                  <a:lnTo>
                    <a:pt x="861288" y="736600"/>
                  </a:lnTo>
                  <a:lnTo>
                    <a:pt x="887216" y="698500"/>
                  </a:lnTo>
                  <a:lnTo>
                    <a:pt x="916025" y="673100"/>
                  </a:lnTo>
                  <a:lnTo>
                    <a:pt x="947692" y="647700"/>
                  </a:lnTo>
                  <a:lnTo>
                    <a:pt x="982192" y="622300"/>
                  </a:lnTo>
                  <a:lnTo>
                    <a:pt x="1019433" y="609600"/>
                  </a:lnTo>
                  <a:lnTo>
                    <a:pt x="1059138" y="596900"/>
                  </a:lnTo>
                  <a:lnTo>
                    <a:pt x="1101296" y="584200"/>
                  </a:lnTo>
                  <a:lnTo>
                    <a:pt x="2118293" y="584200"/>
                  </a:lnTo>
                  <a:lnTo>
                    <a:pt x="2102729" y="546100"/>
                  </a:lnTo>
                  <a:lnTo>
                    <a:pt x="2080667" y="508000"/>
                  </a:lnTo>
                  <a:lnTo>
                    <a:pt x="2057294" y="469900"/>
                  </a:lnTo>
                  <a:lnTo>
                    <a:pt x="2032611" y="419100"/>
                  </a:lnTo>
                  <a:lnTo>
                    <a:pt x="2006617" y="381000"/>
                  </a:lnTo>
                  <a:lnTo>
                    <a:pt x="1979312" y="355600"/>
                  </a:lnTo>
                  <a:lnTo>
                    <a:pt x="1950694" y="317500"/>
                  </a:lnTo>
                  <a:lnTo>
                    <a:pt x="1920084" y="279400"/>
                  </a:lnTo>
                  <a:lnTo>
                    <a:pt x="1887815" y="254000"/>
                  </a:lnTo>
                  <a:lnTo>
                    <a:pt x="1853888" y="215900"/>
                  </a:lnTo>
                  <a:lnTo>
                    <a:pt x="1818302" y="190500"/>
                  </a:lnTo>
                  <a:lnTo>
                    <a:pt x="1781058" y="165100"/>
                  </a:lnTo>
                  <a:lnTo>
                    <a:pt x="1742155" y="139700"/>
                  </a:lnTo>
                  <a:lnTo>
                    <a:pt x="1701594" y="114300"/>
                  </a:lnTo>
                  <a:lnTo>
                    <a:pt x="1659373" y="101600"/>
                  </a:lnTo>
                  <a:lnTo>
                    <a:pt x="1615493" y="76200"/>
                  </a:lnTo>
                  <a:lnTo>
                    <a:pt x="1522756" y="50800"/>
                  </a:lnTo>
                  <a:lnTo>
                    <a:pt x="1423381" y="25400"/>
                  </a:lnTo>
                  <a:lnTo>
                    <a:pt x="1371204" y="12700"/>
                  </a:lnTo>
                  <a:close/>
                </a:path>
                <a:path w="4852670" h="3352800">
                  <a:moveTo>
                    <a:pt x="2118293" y="584200"/>
                  </a:moveTo>
                  <a:lnTo>
                    <a:pt x="1190117" y="584200"/>
                  </a:lnTo>
                  <a:lnTo>
                    <a:pt x="1231541" y="596900"/>
                  </a:lnTo>
                  <a:lnTo>
                    <a:pt x="1270178" y="609600"/>
                  </a:lnTo>
                  <a:lnTo>
                    <a:pt x="1339501" y="647700"/>
                  </a:lnTo>
                  <a:lnTo>
                    <a:pt x="1370733" y="673100"/>
                  </a:lnTo>
                  <a:lnTo>
                    <a:pt x="1399750" y="698500"/>
                  </a:lnTo>
                  <a:lnTo>
                    <a:pt x="1426565" y="736600"/>
                  </a:lnTo>
                  <a:lnTo>
                    <a:pt x="1443866" y="774700"/>
                  </a:lnTo>
                  <a:lnTo>
                    <a:pt x="1459632" y="812800"/>
                  </a:lnTo>
                  <a:lnTo>
                    <a:pt x="1473868" y="850900"/>
                  </a:lnTo>
                  <a:lnTo>
                    <a:pt x="1486577" y="901700"/>
                  </a:lnTo>
                  <a:lnTo>
                    <a:pt x="1497765" y="952500"/>
                  </a:lnTo>
                  <a:lnTo>
                    <a:pt x="1507435" y="1003300"/>
                  </a:lnTo>
                  <a:lnTo>
                    <a:pt x="1515592" y="1066800"/>
                  </a:lnTo>
                  <a:lnTo>
                    <a:pt x="1519693" y="1117600"/>
                  </a:lnTo>
                  <a:lnTo>
                    <a:pt x="1523424" y="1155700"/>
                  </a:lnTo>
                  <a:lnTo>
                    <a:pt x="1526786" y="1193800"/>
                  </a:lnTo>
                  <a:lnTo>
                    <a:pt x="1529778" y="1244600"/>
                  </a:lnTo>
                  <a:lnTo>
                    <a:pt x="1532402" y="1295400"/>
                  </a:lnTo>
                  <a:lnTo>
                    <a:pt x="1534658" y="1333500"/>
                  </a:lnTo>
                  <a:lnTo>
                    <a:pt x="1538066" y="1447800"/>
                  </a:lnTo>
                  <a:lnTo>
                    <a:pt x="1539220" y="1498600"/>
                  </a:lnTo>
                  <a:lnTo>
                    <a:pt x="1540007" y="1562100"/>
                  </a:lnTo>
                  <a:lnTo>
                    <a:pt x="1540428" y="1612900"/>
                  </a:lnTo>
                  <a:lnTo>
                    <a:pt x="1540428" y="1739900"/>
                  </a:lnTo>
                  <a:lnTo>
                    <a:pt x="1540092" y="1790700"/>
                  </a:lnTo>
                  <a:lnTo>
                    <a:pt x="1539220" y="1866900"/>
                  </a:lnTo>
                  <a:lnTo>
                    <a:pt x="1538066" y="1917700"/>
                  </a:lnTo>
                  <a:lnTo>
                    <a:pt x="1536546" y="1968500"/>
                  </a:lnTo>
                  <a:lnTo>
                    <a:pt x="1534658" y="2019300"/>
                  </a:lnTo>
                  <a:lnTo>
                    <a:pt x="1532402" y="2070099"/>
                  </a:lnTo>
                  <a:lnTo>
                    <a:pt x="1529778" y="2120899"/>
                  </a:lnTo>
                  <a:lnTo>
                    <a:pt x="1526786" y="2158999"/>
                  </a:lnTo>
                  <a:lnTo>
                    <a:pt x="1523424" y="2209799"/>
                  </a:lnTo>
                  <a:lnTo>
                    <a:pt x="1519693" y="2247899"/>
                  </a:lnTo>
                  <a:lnTo>
                    <a:pt x="1515592" y="2285999"/>
                  </a:lnTo>
                  <a:lnTo>
                    <a:pt x="1507435" y="2349499"/>
                  </a:lnTo>
                  <a:lnTo>
                    <a:pt x="1497765" y="2412999"/>
                  </a:lnTo>
                  <a:lnTo>
                    <a:pt x="1486577" y="2463799"/>
                  </a:lnTo>
                  <a:lnTo>
                    <a:pt x="1473868" y="2514599"/>
                  </a:lnTo>
                  <a:lnTo>
                    <a:pt x="1459632" y="2552699"/>
                  </a:lnTo>
                  <a:lnTo>
                    <a:pt x="1443866" y="2590799"/>
                  </a:lnTo>
                  <a:lnTo>
                    <a:pt x="1426565" y="2628899"/>
                  </a:lnTo>
                  <a:lnTo>
                    <a:pt x="1399750" y="2666999"/>
                  </a:lnTo>
                  <a:lnTo>
                    <a:pt x="1370733" y="2692399"/>
                  </a:lnTo>
                  <a:lnTo>
                    <a:pt x="1339501" y="2717799"/>
                  </a:lnTo>
                  <a:lnTo>
                    <a:pt x="1306042" y="2743199"/>
                  </a:lnTo>
                  <a:lnTo>
                    <a:pt x="1231541" y="2768599"/>
                  </a:lnTo>
                  <a:lnTo>
                    <a:pt x="2123482" y="2768599"/>
                  </a:lnTo>
                  <a:lnTo>
                    <a:pt x="2142925" y="2717799"/>
                  </a:lnTo>
                  <a:lnTo>
                    <a:pt x="2161060" y="2666999"/>
                  </a:lnTo>
                  <a:lnTo>
                    <a:pt x="2177886" y="2616199"/>
                  </a:lnTo>
                  <a:lnTo>
                    <a:pt x="2193404" y="2565399"/>
                  </a:lnTo>
                  <a:lnTo>
                    <a:pt x="2207615" y="2514599"/>
                  </a:lnTo>
                  <a:lnTo>
                    <a:pt x="2216879" y="2476499"/>
                  </a:lnTo>
                  <a:lnTo>
                    <a:pt x="2225576" y="2438399"/>
                  </a:lnTo>
                  <a:lnTo>
                    <a:pt x="2233705" y="2387599"/>
                  </a:lnTo>
                  <a:lnTo>
                    <a:pt x="2241266" y="2349499"/>
                  </a:lnTo>
                  <a:lnTo>
                    <a:pt x="2248260" y="2298699"/>
                  </a:lnTo>
                  <a:lnTo>
                    <a:pt x="2254684" y="2260599"/>
                  </a:lnTo>
                  <a:lnTo>
                    <a:pt x="2260541" y="2209799"/>
                  </a:lnTo>
                  <a:lnTo>
                    <a:pt x="2265828" y="2158999"/>
                  </a:lnTo>
                  <a:lnTo>
                    <a:pt x="2270545" y="2120899"/>
                  </a:lnTo>
                  <a:lnTo>
                    <a:pt x="2274693" y="2070099"/>
                  </a:lnTo>
                  <a:lnTo>
                    <a:pt x="2278271" y="2019300"/>
                  </a:lnTo>
                  <a:lnTo>
                    <a:pt x="2281279" y="1955800"/>
                  </a:lnTo>
                  <a:lnTo>
                    <a:pt x="2283716" y="1905000"/>
                  </a:lnTo>
                  <a:lnTo>
                    <a:pt x="2285582" y="1854200"/>
                  </a:lnTo>
                  <a:lnTo>
                    <a:pt x="2286877" y="1790700"/>
                  </a:lnTo>
                  <a:lnTo>
                    <a:pt x="2287601" y="1739900"/>
                  </a:lnTo>
                  <a:lnTo>
                    <a:pt x="2287752" y="1676400"/>
                  </a:lnTo>
                  <a:lnTo>
                    <a:pt x="2287601" y="1625600"/>
                  </a:lnTo>
                  <a:lnTo>
                    <a:pt x="2286877" y="1562100"/>
                  </a:lnTo>
                  <a:lnTo>
                    <a:pt x="2285582" y="1511300"/>
                  </a:lnTo>
                  <a:lnTo>
                    <a:pt x="2283716" y="1447800"/>
                  </a:lnTo>
                  <a:lnTo>
                    <a:pt x="2281279" y="1397000"/>
                  </a:lnTo>
                  <a:lnTo>
                    <a:pt x="2278271" y="1346200"/>
                  </a:lnTo>
                  <a:lnTo>
                    <a:pt x="2274693" y="1295400"/>
                  </a:lnTo>
                  <a:lnTo>
                    <a:pt x="2270545" y="1244600"/>
                  </a:lnTo>
                  <a:lnTo>
                    <a:pt x="2265828" y="1193800"/>
                  </a:lnTo>
                  <a:lnTo>
                    <a:pt x="2260541" y="1155700"/>
                  </a:lnTo>
                  <a:lnTo>
                    <a:pt x="2254684" y="1104900"/>
                  </a:lnTo>
                  <a:lnTo>
                    <a:pt x="2248260" y="1054100"/>
                  </a:lnTo>
                  <a:lnTo>
                    <a:pt x="2241266" y="1016000"/>
                  </a:lnTo>
                  <a:lnTo>
                    <a:pt x="2233705" y="965200"/>
                  </a:lnTo>
                  <a:lnTo>
                    <a:pt x="2225576" y="927100"/>
                  </a:lnTo>
                  <a:lnTo>
                    <a:pt x="2216879" y="889000"/>
                  </a:lnTo>
                  <a:lnTo>
                    <a:pt x="2207615" y="850900"/>
                  </a:lnTo>
                  <a:lnTo>
                    <a:pt x="2193404" y="800100"/>
                  </a:lnTo>
                  <a:lnTo>
                    <a:pt x="2177886" y="736600"/>
                  </a:lnTo>
                  <a:lnTo>
                    <a:pt x="2161060" y="685800"/>
                  </a:lnTo>
                  <a:lnTo>
                    <a:pt x="2142925" y="647700"/>
                  </a:lnTo>
                  <a:lnTo>
                    <a:pt x="2123482" y="596900"/>
                  </a:lnTo>
                  <a:lnTo>
                    <a:pt x="2118293" y="584200"/>
                  </a:lnTo>
                  <a:close/>
                </a:path>
                <a:path w="4852670" h="3352800">
                  <a:moveTo>
                    <a:pt x="1204713" y="0"/>
                  </a:moveTo>
                  <a:lnTo>
                    <a:pt x="1040161" y="0"/>
                  </a:lnTo>
                  <a:lnTo>
                    <a:pt x="989376" y="12700"/>
                  </a:lnTo>
                  <a:lnTo>
                    <a:pt x="1261870" y="12700"/>
                  </a:lnTo>
                  <a:lnTo>
                    <a:pt x="1204713" y="0"/>
                  </a:lnTo>
                  <a:close/>
                </a:path>
                <a:path w="4852670" h="3352800">
                  <a:moveTo>
                    <a:pt x="3365093" y="2285999"/>
                  </a:moveTo>
                  <a:lnTo>
                    <a:pt x="2621762" y="2285999"/>
                  </a:lnTo>
                  <a:lnTo>
                    <a:pt x="2621762" y="2387599"/>
                  </a:lnTo>
                  <a:lnTo>
                    <a:pt x="2623736" y="2438399"/>
                  </a:lnTo>
                  <a:lnTo>
                    <a:pt x="2627989" y="2489199"/>
                  </a:lnTo>
                  <a:lnTo>
                    <a:pt x="2634523" y="2539999"/>
                  </a:lnTo>
                  <a:lnTo>
                    <a:pt x="2643336" y="2590799"/>
                  </a:lnTo>
                  <a:lnTo>
                    <a:pt x="2654430" y="2641599"/>
                  </a:lnTo>
                  <a:lnTo>
                    <a:pt x="2667804" y="2692399"/>
                  </a:lnTo>
                  <a:lnTo>
                    <a:pt x="2683457" y="2743199"/>
                  </a:lnTo>
                  <a:lnTo>
                    <a:pt x="2701391" y="2781299"/>
                  </a:lnTo>
                  <a:lnTo>
                    <a:pt x="2721605" y="2832099"/>
                  </a:lnTo>
                  <a:lnTo>
                    <a:pt x="2744099" y="2870199"/>
                  </a:lnTo>
                  <a:lnTo>
                    <a:pt x="2768873" y="2908299"/>
                  </a:lnTo>
                  <a:lnTo>
                    <a:pt x="2795927" y="2946399"/>
                  </a:lnTo>
                  <a:lnTo>
                    <a:pt x="2825261" y="2984499"/>
                  </a:lnTo>
                  <a:lnTo>
                    <a:pt x="2856875" y="3022599"/>
                  </a:lnTo>
                  <a:lnTo>
                    <a:pt x="2890769" y="3060699"/>
                  </a:lnTo>
                  <a:lnTo>
                    <a:pt x="2926943" y="3098799"/>
                  </a:lnTo>
                  <a:lnTo>
                    <a:pt x="2962794" y="3124199"/>
                  </a:lnTo>
                  <a:lnTo>
                    <a:pt x="3000108" y="3149599"/>
                  </a:lnTo>
                  <a:lnTo>
                    <a:pt x="3038885" y="3174999"/>
                  </a:lnTo>
                  <a:lnTo>
                    <a:pt x="3079124" y="3200399"/>
                  </a:lnTo>
                  <a:lnTo>
                    <a:pt x="3120825" y="3225799"/>
                  </a:lnTo>
                  <a:lnTo>
                    <a:pt x="3163988" y="3251199"/>
                  </a:lnTo>
                  <a:lnTo>
                    <a:pt x="3254698" y="3276600"/>
                  </a:lnTo>
                  <a:lnTo>
                    <a:pt x="3302244" y="3302000"/>
                  </a:lnTo>
                  <a:lnTo>
                    <a:pt x="3401719" y="3327400"/>
                  </a:lnTo>
                  <a:lnTo>
                    <a:pt x="3453646" y="3327400"/>
                  </a:lnTo>
                  <a:lnTo>
                    <a:pt x="3561879" y="3352800"/>
                  </a:lnTo>
                  <a:lnTo>
                    <a:pt x="3899339" y="3352800"/>
                  </a:lnTo>
                  <a:lnTo>
                    <a:pt x="3951474" y="3340100"/>
                  </a:lnTo>
                  <a:lnTo>
                    <a:pt x="4002315" y="3340100"/>
                  </a:lnTo>
                  <a:lnTo>
                    <a:pt x="4100115" y="3314700"/>
                  </a:lnTo>
                  <a:lnTo>
                    <a:pt x="4192736" y="3289300"/>
                  </a:lnTo>
                  <a:lnTo>
                    <a:pt x="4237105" y="3276600"/>
                  </a:lnTo>
                  <a:lnTo>
                    <a:pt x="4280179" y="3251199"/>
                  </a:lnTo>
                  <a:lnTo>
                    <a:pt x="4321958" y="3238499"/>
                  </a:lnTo>
                  <a:lnTo>
                    <a:pt x="4362442" y="3213099"/>
                  </a:lnTo>
                  <a:lnTo>
                    <a:pt x="4401631" y="3200399"/>
                  </a:lnTo>
                  <a:lnTo>
                    <a:pt x="4439524" y="3174999"/>
                  </a:lnTo>
                  <a:lnTo>
                    <a:pt x="4476122" y="3149599"/>
                  </a:lnTo>
                  <a:lnTo>
                    <a:pt x="4511425" y="3124199"/>
                  </a:lnTo>
                  <a:lnTo>
                    <a:pt x="4545431" y="3098799"/>
                  </a:lnTo>
                  <a:lnTo>
                    <a:pt x="4581815" y="3060699"/>
                  </a:lnTo>
                  <a:lnTo>
                    <a:pt x="4615910" y="3022599"/>
                  </a:lnTo>
                  <a:lnTo>
                    <a:pt x="4647715" y="2984499"/>
                  </a:lnTo>
                  <a:lnTo>
                    <a:pt x="4677229" y="2946399"/>
                  </a:lnTo>
                  <a:lnTo>
                    <a:pt x="4704454" y="2908299"/>
                  </a:lnTo>
                  <a:lnTo>
                    <a:pt x="4729387" y="2870199"/>
                  </a:lnTo>
                  <a:lnTo>
                    <a:pt x="4752029" y="2832099"/>
                  </a:lnTo>
                  <a:lnTo>
                    <a:pt x="4772380" y="2781299"/>
                  </a:lnTo>
                  <a:lnTo>
                    <a:pt x="4778400" y="2768599"/>
                  </a:lnTo>
                  <a:lnTo>
                    <a:pt x="3678149" y="2768599"/>
                  </a:lnTo>
                  <a:lnTo>
                    <a:pt x="3625702" y="2755899"/>
                  </a:lnTo>
                  <a:lnTo>
                    <a:pt x="3577834" y="2743199"/>
                  </a:lnTo>
                  <a:lnTo>
                    <a:pt x="3534549" y="2730499"/>
                  </a:lnTo>
                  <a:lnTo>
                    <a:pt x="3495850" y="2692399"/>
                  </a:lnTo>
                  <a:lnTo>
                    <a:pt x="3461740" y="2666999"/>
                  </a:lnTo>
                  <a:lnTo>
                    <a:pt x="3436346" y="2628899"/>
                  </a:lnTo>
                  <a:lnTo>
                    <a:pt x="3414810" y="2590799"/>
                  </a:lnTo>
                  <a:lnTo>
                    <a:pt x="3397136" y="2552699"/>
                  </a:lnTo>
                  <a:lnTo>
                    <a:pt x="3383324" y="2514599"/>
                  </a:lnTo>
                  <a:lnTo>
                    <a:pt x="3373379" y="2463799"/>
                  </a:lnTo>
                  <a:lnTo>
                    <a:pt x="3367301" y="2412999"/>
                  </a:lnTo>
                  <a:lnTo>
                    <a:pt x="3365093" y="2349499"/>
                  </a:lnTo>
                  <a:lnTo>
                    <a:pt x="3365093" y="2285999"/>
                  </a:lnTo>
                  <a:close/>
                </a:path>
                <a:path w="4852670" h="3352800">
                  <a:moveTo>
                    <a:pt x="4707334" y="584200"/>
                  </a:moveTo>
                  <a:lnTo>
                    <a:pt x="3735171" y="584200"/>
                  </a:lnTo>
                  <a:lnTo>
                    <a:pt x="3788099" y="596900"/>
                  </a:lnTo>
                  <a:lnTo>
                    <a:pt x="3836082" y="596900"/>
                  </a:lnTo>
                  <a:lnTo>
                    <a:pt x="3879116" y="622300"/>
                  </a:lnTo>
                  <a:lnTo>
                    <a:pt x="3917194" y="647700"/>
                  </a:lnTo>
                  <a:lnTo>
                    <a:pt x="3950309" y="673100"/>
                  </a:lnTo>
                  <a:lnTo>
                    <a:pt x="3977937" y="711200"/>
                  </a:lnTo>
                  <a:lnTo>
                    <a:pt x="3999549" y="762000"/>
                  </a:lnTo>
                  <a:lnTo>
                    <a:pt x="4015131" y="812800"/>
                  </a:lnTo>
                  <a:lnTo>
                    <a:pt x="4024672" y="863600"/>
                  </a:lnTo>
                  <a:lnTo>
                    <a:pt x="4028160" y="927100"/>
                  </a:lnTo>
                  <a:lnTo>
                    <a:pt x="4025478" y="977900"/>
                  </a:lnTo>
                  <a:lnTo>
                    <a:pt x="4018742" y="1028700"/>
                  </a:lnTo>
                  <a:lnTo>
                    <a:pt x="4007956" y="1079500"/>
                  </a:lnTo>
                  <a:lnTo>
                    <a:pt x="3993124" y="1117600"/>
                  </a:lnTo>
                  <a:lnTo>
                    <a:pt x="3974252" y="1155700"/>
                  </a:lnTo>
                  <a:lnTo>
                    <a:pt x="3951343" y="1193800"/>
                  </a:lnTo>
                  <a:lnTo>
                    <a:pt x="3888575" y="1244600"/>
                  </a:lnTo>
                  <a:lnTo>
                    <a:pt x="3848784" y="1270000"/>
                  </a:lnTo>
                  <a:lnTo>
                    <a:pt x="3805021" y="1282700"/>
                  </a:lnTo>
                  <a:lnTo>
                    <a:pt x="3757279" y="1295400"/>
                  </a:lnTo>
                  <a:lnTo>
                    <a:pt x="3705550" y="1308100"/>
                  </a:lnTo>
                  <a:lnTo>
                    <a:pt x="3401669" y="1308100"/>
                  </a:lnTo>
                  <a:lnTo>
                    <a:pt x="3401669" y="1879600"/>
                  </a:lnTo>
                  <a:lnTo>
                    <a:pt x="3707001" y="1879600"/>
                  </a:lnTo>
                  <a:lnTo>
                    <a:pt x="3760222" y="1892300"/>
                  </a:lnTo>
                  <a:lnTo>
                    <a:pt x="3809490" y="1892300"/>
                  </a:lnTo>
                  <a:lnTo>
                    <a:pt x="3854805" y="1905000"/>
                  </a:lnTo>
                  <a:lnTo>
                    <a:pt x="3896167" y="1917700"/>
                  </a:lnTo>
                  <a:lnTo>
                    <a:pt x="3933577" y="1943100"/>
                  </a:lnTo>
                  <a:lnTo>
                    <a:pt x="3967033" y="1968500"/>
                  </a:lnTo>
                  <a:lnTo>
                    <a:pt x="3996537" y="1993900"/>
                  </a:lnTo>
                  <a:lnTo>
                    <a:pt x="4044619" y="2057399"/>
                  </a:lnTo>
                  <a:lnTo>
                    <a:pt x="4063434" y="2095499"/>
                  </a:lnTo>
                  <a:lnTo>
                    <a:pt x="4078770" y="2133599"/>
                  </a:lnTo>
                  <a:lnTo>
                    <a:pt x="4090629" y="2184399"/>
                  </a:lnTo>
                  <a:lnTo>
                    <a:pt x="4099014" y="2235199"/>
                  </a:lnTo>
                  <a:lnTo>
                    <a:pt x="4103929" y="2285999"/>
                  </a:lnTo>
                  <a:lnTo>
                    <a:pt x="4105376" y="2349499"/>
                  </a:lnTo>
                  <a:lnTo>
                    <a:pt x="4103128" y="2412999"/>
                  </a:lnTo>
                  <a:lnTo>
                    <a:pt x="4097035" y="2463799"/>
                  </a:lnTo>
                  <a:lnTo>
                    <a:pt x="4087091" y="2514599"/>
                  </a:lnTo>
                  <a:lnTo>
                    <a:pt x="4073294" y="2552699"/>
                  </a:lnTo>
                  <a:lnTo>
                    <a:pt x="4055637" y="2590799"/>
                  </a:lnTo>
                  <a:lnTo>
                    <a:pt x="4034117" y="2628899"/>
                  </a:lnTo>
                  <a:lnTo>
                    <a:pt x="4008729" y="2666999"/>
                  </a:lnTo>
                  <a:lnTo>
                    <a:pt x="3974566" y="2692399"/>
                  </a:lnTo>
                  <a:lnTo>
                    <a:pt x="3935831" y="2730499"/>
                  </a:lnTo>
                  <a:lnTo>
                    <a:pt x="3892524" y="2743199"/>
                  </a:lnTo>
                  <a:lnTo>
                    <a:pt x="3844645" y="2755899"/>
                  </a:lnTo>
                  <a:lnTo>
                    <a:pt x="3792194" y="2768599"/>
                  </a:lnTo>
                  <a:lnTo>
                    <a:pt x="4778400" y="2768599"/>
                  </a:lnTo>
                  <a:lnTo>
                    <a:pt x="4806205" y="2692399"/>
                  </a:lnTo>
                  <a:lnTo>
                    <a:pt x="4819679" y="2641599"/>
                  </a:lnTo>
                  <a:lnTo>
                    <a:pt x="4830860" y="2590799"/>
                  </a:lnTo>
                  <a:lnTo>
                    <a:pt x="4839747" y="2539999"/>
                  </a:lnTo>
                  <a:lnTo>
                    <a:pt x="4846340" y="2489199"/>
                  </a:lnTo>
                  <a:lnTo>
                    <a:pt x="4850639" y="2438399"/>
                  </a:lnTo>
                  <a:lnTo>
                    <a:pt x="4852644" y="2387599"/>
                  </a:lnTo>
                  <a:lnTo>
                    <a:pt x="4851262" y="2324099"/>
                  </a:lnTo>
                  <a:lnTo>
                    <a:pt x="4847393" y="2273299"/>
                  </a:lnTo>
                  <a:lnTo>
                    <a:pt x="4841040" y="2222499"/>
                  </a:lnTo>
                  <a:lnTo>
                    <a:pt x="4832202" y="2171699"/>
                  </a:lnTo>
                  <a:lnTo>
                    <a:pt x="4820881" y="2120899"/>
                  </a:lnTo>
                  <a:lnTo>
                    <a:pt x="4807079" y="2070099"/>
                  </a:lnTo>
                  <a:lnTo>
                    <a:pt x="4790795" y="2019300"/>
                  </a:lnTo>
                  <a:lnTo>
                    <a:pt x="4772033" y="1981200"/>
                  </a:lnTo>
                  <a:lnTo>
                    <a:pt x="4750792" y="1943100"/>
                  </a:lnTo>
                  <a:lnTo>
                    <a:pt x="4727073" y="1892300"/>
                  </a:lnTo>
                  <a:lnTo>
                    <a:pt x="4700879" y="1854200"/>
                  </a:lnTo>
                  <a:lnTo>
                    <a:pt x="4672295" y="1828800"/>
                  </a:lnTo>
                  <a:lnTo>
                    <a:pt x="4641405" y="1790700"/>
                  </a:lnTo>
                  <a:lnTo>
                    <a:pt x="4608211" y="1752600"/>
                  </a:lnTo>
                  <a:lnTo>
                    <a:pt x="4572712" y="1727200"/>
                  </a:lnTo>
                  <a:lnTo>
                    <a:pt x="4534908" y="1701800"/>
                  </a:lnTo>
                  <a:lnTo>
                    <a:pt x="4494799" y="1676400"/>
                  </a:lnTo>
                  <a:lnTo>
                    <a:pt x="4452385" y="1651000"/>
                  </a:lnTo>
                  <a:lnTo>
                    <a:pt x="4407667" y="1625600"/>
                  </a:lnTo>
                  <a:lnTo>
                    <a:pt x="4360643" y="1612900"/>
                  </a:lnTo>
                  <a:lnTo>
                    <a:pt x="4311314" y="1587500"/>
                  </a:lnTo>
                  <a:lnTo>
                    <a:pt x="4259681" y="1574800"/>
                  </a:lnTo>
                  <a:lnTo>
                    <a:pt x="4308665" y="1562100"/>
                  </a:lnTo>
                  <a:lnTo>
                    <a:pt x="4355373" y="1549400"/>
                  </a:lnTo>
                  <a:lnTo>
                    <a:pt x="4399804" y="1524000"/>
                  </a:lnTo>
                  <a:lnTo>
                    <a:pt x="4441959" y="1498600"/>
                  </a:lnTo>
                  <a:lnTo>
                    <a:pt x="4481837" y="1473200"/>
                  </a:lnTo>
                  <a:lnTo>
                    <a:pt x="4519438" y="1447800"/>
                  </a:lnTo>
                  <a:lnTo>
                    <a:pt x="4554763" y="1409700"/>
                  </a:lnTo>
                  <a:lnTo>
                    <a:pt x="4587811" y="1384300"/>
                  </a:lnTo>
                  <a:lnTo>
                    <a:pt x="4618583" y="1346200"/>
                  </a:lnTo>
                  <a:lnTo>
                    <a:pt x="4643954" y="1308100"/>
                  </a:lnTo>
                  <a:lnTo>
                    <a:pt x="4666724" y="1270000"/>
                  </a:lnTo>
                  <a:lnTo>
                    <a:pt x="4686893" y="1231900"/>
                  </a:lnTo>
                  <a:lnTo>
                    <a:pt x="4704459" y="1181100"/>
                  </a:lnTo>
                  <a:lnTo>
                    <a:pt x="4719421" y="1143000"/>
                  </a:lnTo>
                  <a:lnTo>
                    <a:pt x="4731777" y="1092200"/>
                  </a:lnTo>
                  <a:lnTo>
                    <a:pt x="4741525" y="1041400"/>
                  </a:lnTo>
                  <a:lnTo>
                    <a:pt x="4748664" y="990600"/>
                  </a:lnTo>
                  <a:lnTo>
                    <a:pt x="4753192" y="939800"/>
                  </a:lnTo>
                  <a:lnTo>
                    <a:pt x="4755108" y="876300"/>
                  </a:lnTo>
                  <a:lnTo>
                    <a:pt x="4753221" y="825500"/>
                  </a:lnTo>
                  <a:lnTo>
                    <a:pt x="4748647" y="774700"/>
                  </a:lnTo>
                  <a:lnTo>
                    <a:pt x="4741389" y="723900"/>
                  </a:lnTo>
                  <a:lnTo>
                    <a:pt x="4731445" y="673100"/>
                  </a:lnTo>
                  <a:lnTo>
                    <a:pt x="4718818" y="622300"/>
                  </a:lnTo>
                  <a:lnTo>
                    <a:pt x="4707334" y="584200"/>
                  </a:lnTo>
                  <a:close/>
                </a:path>
                <a:path w="4852670" h="3352800">
                  <a:moveTo>
                    <a:pt x="4015693" y="25400"/>
                  </a:moveTo>
                  <a:lnTo>
                    <a:pt x="3453712" y="25400"/>
                  </a:lnTo>
                  <a:lnTo>
                    <a:pt x="3402596" y="38100"/>
                  </a:lnTo>
                  <a:lnTo>
                    <a:pt x="3305546" y="63500"/>
                  </a:lnTo>
                  <a:lnTo>
                    <a:pt x="3259612" y="88900"/>
                  </a:lnTo>
                  <a:lnTo>
                    <a:pt x="3215407" y="101600"/>
                  </a:lnTo>
                  <a:lnTo>
                    <a:pt x="3172931" y="127000"/>
                  </a:lnTo>
                  <a:lnTo>
                    <a:pt x="3132185" y="139700"/>
                  </a:lnTo>
                  <a:lnTo>
                    <a:pt x="3093169" y="165100"/>
                  </a:lnTo>
                  <a:lnTo>
                    <a:pt x="3055883" y="190500"/>
                  </a:lnTo>
                  <a:lnTo>
                    <a:pt x="3020329" y="215900"/>
                  </a:lnTo>
                  <a:lnTo>
                    <a:pt x="2986506" y="254000"/>
                  </a:lnTo>
                  <a:lnTo>
                    <a:pt x="2952485" y="279400"/>
                  </a:lnTo>
                  <a:lnTo>
                    <a:pt x="2920781" y="317500"/>
                  </a:lnTo>
                  <a:lnTo>
                    <a:pt x="2891392" y="355600"/>
                  </a:lnTo>
                  <a:lnTo>
                    <a:pt x="2864320" y="393700"/>
                  </a:lnTo>
                  <a:lnTo>
                    <a:pt x="2839562" y="431800"/>
                  </a:lnTo>
                  <a:lnTo>
                    <a:pt x="2817121" y="469900"/>
                  </a:lnTo>
                  <a:lnTo>
                    <a:pt x="2796994" y="508000"/>
                  </a:lnTo>
                  <a:lnTo>
                    <a:pt x="2779182" y="546100"/>
                  </a:lnTo>
                  <a:lnTo>
                    <a:pt x="2763685" y="596900"/>
                  </a:lnTo>
                  <a:lnTo>
                    <a:pt x="2750502" y="647700"/>
                  </a:lnTo>
                  <a:lnTo>
                    <a:pt x="2739634" y="685800"/>
                  </a:lnTo>
                  <a:lnTo>
                    <a:pt x="2731080" y="736600"/>
                  </a:lnTo>
                  <a:lnTo>
                    <a:pt x="2724839" y="787400"/>
                  </a:lnTo>
                  <a:lnTo>
                    <a:pt x="2720912" y="838200"/>
                  </a:lnTo>
                  <a:lnTo>
                    <a:pt x="2719298" y="889000"/>
                  </a:lnTo>
                  <a:lnTo>
                    <a:pt x="2719298" y="977900"/>
                  </a:lnTo>
                  <a:lnTo>
                    <a:pt x="3442309" y="977900"/>
                  </a:lnTo>
                  <a:lnTo>
                    <a:pt x="3442309" y="927100"/>
                  </a:lnTo>
                  <a:lnTo>
                    <a:pt x="3445785" y="863600"/>
                  </a:lnTo>
                  <a:lnTo>
                    <a:pt x="3455302" y="812800"/>
                  </a:lnTo>
                  <a:lnTo>
                    <a:pt x="3470866" y="762000"/>
                  </a:lnTo>
                  <a:lnTo>
                    <a:pt x="3492483" y="711200"/>
                  </a:lnTo>
                  <a:lnTo>
                    <a:pt x="3520160" y="673100"/>
                  </a:lnTo>
                  <a:lnTo>
                    <a:pt x="3553275" y="647700"/>
                  </a:lnTo>
                  <a:lnTo>
                    <a:pt x="3591345" y="622300"/>
                  </a:lnTo>
                  <a:lnTo>
                    <a:pt x="3634360" y="596900"/>
                  </a:lnTo>
                  <a:lnTo>
                    <a:pt x="3682306" y="596900"/>
                  </a:lnTo>
                  <a:lnTo>
                    <a:pt x="3735171" y="584200"/>
                  </a:lnTo>
                  <a:lnTo>
                    <a:pt x="4707334" y="584200"/>
                  </a:lnTo>
                  <a:lnTo>
                    <a:pt x="4703506" y="571500"/>
                  </a:lnTo>
                  <a:lnTo>
                    <a:pt x="4685512" y="520700"/>
                  </a:lnTo>
                  <a:lnTo>
                    <a:pt x="4664835" y="482600"/>
                  </a:lnTo>
                  <a:lnTo>
                    <a:pt x="4641476" y="444500"/>
                  </a:lnTo>
                  <a:lnTo>
                    <a:pt x="4615436" y="393700"/>
                  </a:lnTo>
                  <a:lnTo>
                    <a:pt x="4586715" y="355600"/>
                  </a:lnTo>
                  <a:lnTo>
                    <a:pt x="4555313" y="317500"/>
                  </a:lnTo>
                  <a:lnTo>
                    <a:pt x="4521232" y="279400"/>
                  </a:lnTo>
                  <a:lnTo>
                    <a:pt x="4484471" y="254000"/>
                  </a:lnTo>
                  <a:lnTo>
                    <a:pt x="4450290" y="215900"/>
                  </a:lnTo>
                  <a:lnTo>
                    <a:pt x="4414421" y="190500"/>
                  </a:lnTo>
                  <a:lnTo>
                    <a:pt x="4376865" y="165100"/>
                  </a:lnTo>
                  <a:lnTo>
                    <a:pt x="4337621" y="139700"/>
                  </a:lnTo>
                  <a:lnTo>
                    <a:pt x="4296691" y="127000"/>
                  </a:lnTo>
                  <a:lnTo>
                    <a:pt x="4254074" y="101600"/>
                  </a:lnTo>
                  <a:lnTo>
                    <a:pt x="4209770" y="88900"/>
                  </a:lnTo>
                  <a:lnTo>
                    <a:pt x="4163780" y="63500"/>
                  </a:lnTo>
                  <a:lnTo>
                    <a:pt x="4066742" y="38100"/>
                  </a:lnTo>
                  <a:lnTo>
                    <a:pt x="4015693" y="25400"/>
                  </a:lnTo>
                  <a:close/>
                </a:path>
                <a:path w="4852670" h="3352800">
                  <a:moveTo>
                    <a:pt x="3908540" y="12700"/>
                  </a:moveTo>
                  <a:lnTo>
                    <a:pt x="3561121" y="12700"/>
                  </a:lnTo>
                  <a:lnTo>
                    <a:pt x="3506553" y="25400"/>
                  </a:lnTo>
                  <a:lnTo>
                    <a:pt x="3962959" y="25400"/>
                  </a:lnTo>
                  <a:lnTo>
                    <a:pt x="3908540" y="12700"/>
                  </a:lnTo>
                  <a:close/>
                </a:path>
                <a:path w="4852670" h="3352800">
                  <a:moveTo>
                    <a:pt x="3794646" y="0"/>
                  </a:moveTo>
                  <a:lnTo>
                    <a:pt x="3675430" y="0"/>
                  </a:lnTo>
                  <a:lnTo>
                    <a:pt x="3617413" y="12700"/>
                  </a:lnTo>
                  <a:lnTo>
                    <a:pt x="3852436" y="12700"/>
                  </a:lnTo>
                  <a:lnTo>
                    <a:pt x="3794646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519" y="2381123"/>
              <a:ext cx="1715262" cy="2484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800" y="2802001"/>
              <a:ext cx="1463548" cy="7040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12289" y="2802001"/>
              <a:ext cx="1463039" cy="7040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37001" y="2802001"/>
              <a:ext cx="975360" cy="7040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75558" y="2802001"/>
              <a:ext cx="1463548" cy="7040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1519" y="3716401"/>
              <a:ext cx="1360805" cy="26517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07" y="1970"/>
                  </a:lnTo>
                  <a:lnTo>
                    <a:pt x="497942" y="7778"/>
                  </a:lnTo>
                  <a:lnTo>
                    <a:pt x="451515" y="17271"/>
                  </a:lnTo>
                  <a:lnTo>
                    <a:pt x="406481" y="30297"/>
                  </a:lnTo>
                  <a:lnTo>
                    <a:pt x="362991" y="46702"/>
                  </a:lnTo>
                  <a:lnTo>
                    <a:pt x="321200" y="66334"/>
                  </a:lnTo>
                  <a:lnTo>
                    <a:pt x="281259" y="89039"/>
                  </a:lnTo>
                  <a:lnTo>
                    <a:pt x="243321" y="114665"/>
                  </a:lnTo>
                  <a:lnTo>
                    <a:pt x="207540" y="143060"/>
                  </a:lnTo>
                  <a:lnTo>
                    <a:pt x="174069" y="174069"/>
                  </a:lnTo>
                  <a:lnTo>
                    <a:pt x="143060" y="207540"/>
                  </a:lnTo>
                  <a:lnTo>
                    <a:pt x="114665" y="243321"/>
                  </a:lnTo>
                  <a:lnTo>
                    <a:pt x="89039" y="281259"/>
                  </a:lnTo>
                  <a:lnTo>
                    <a:pt x="66334" y="321200"/>
                  </a:lnTo>
                  <a:lnTo>
                    <a:pt x="46702" y="362991"/>
                  </a:lnTo>
                  <a:lnTo>
                    <a:pt x="30297" y="406481"/>
                  </a:lnTo>
                  <a:lnTo>
                    <a:pt x="17271" y="451515"/>
                  </a:lnTo>
                  <a:lnTo>
                    <a:pt x="7778" y="497942"/>
                  </a:lnTo>
                  <a:lnTo>
                    <a:pt x="1970" y="545607"/>
                  </a:lnTo>
                  <a:lnTo>
                    <a:pt x="0" y="594360"/>
                  </a:lnTo>
                  <a:lnTo>
                    <a:pt x="1970" y="643112"/>
                  </a:lnTo>
                  <a:lnTo>
                    <a:pt x="7778" y="690777"/>
                  </a:lnTo>
                  <a:lnTo>
                    <a:pt x="17271" y="737204"/>
                  </a:lnTo>
                  <a:lnTo>
                    <a:pt x="30297" y="782238"/>
                  </a:lnTo>
                  <a:lnTo>
                    <a:pt x="46702" y="825728"/>
                  </a:lnTo>
                  <a:lnTo>
                    <a:pt x="66334" y="867519"/>
                  </a:lnTo>
                  <a:lnTo>
                    <a:pt x="89039" y="907460"/>
                  </a:lnTo>
                  <a:lnTo>
                    <a:pt x="114665" y="945398"/>
                  </a:lnTo>
                  <a:lnTo>
                    <a:pt x="143060" y="981179"/>
                  </a:lnTo>
                  <a:lnTo>
                    <a:pt x="174069" y="1014650"/>
                  </a:lnTo>
                  <a:lnTo>
                    <a:pt x="207540" y="1045659"/>
                  </a:lnTo>
                  <a:lnTo>
                    <a:pt x="243321" y="1074054"/>
                  </a:lnTo>
                  <a:lnTo>
                    <a:pt x="281259" y="1099680"/>
                  </a:lnTo>
                  <a:lnTo>
                    <a:pt x="321200" y="1122385"/>
                  </a:lnTo>
                  <a:lnTo>
                    <a:pt x="362991" y="1142017"/>
                  </a:lnTo>
                  <a:lnTo>
                    <a:pt x="406481" y="1158422"/>
                  </a:lnTo>
                  <a:lnTo>
                    <a:pt x="451515" y="1171448"/>
                  </a:lnTo>
                  <a:lnTo>
                    <a:pt x="497942" y="1180941"/>
                  </a:lnTo>
                  <a:lnTo>
                    <a:pt x="545607" y="1186749"/>
                  </a:lnTo>
                  <a:lnTo>
                    <a:pt x="594360" y="1188720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60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lnTo>
                    <a:pt x="1970" y="545607"/>
                  </a:lnTo>
                  <a:lnTo>
                    <a:pt x="7778" y="497942"/>
                  </a:lnTo>
                  <a:lnTo>
                    <a:pt x="17271" y="451515"/>
                  </a:lnTo>
                  <a:lnTo>
                    <a:pt x="30297" y="406481"/>
                  </a:lnTo>
                  <a:lnTo>
                    <a:pt x="46702" y="362991"/>
                  </a:lnTo>
                  <a:lnTo>
                    <a:pt x="66334" y="321200"/>
                  </a:lnTo>
                  <a:lnTo>
                    <a:pt x="89039" y="281259"/>
                  </a:lnTo>
                  <a:lnTo>
                    <a:pt x="114665" y="243321"/>
                  </a:lnTo>
                  <a:lnTo>
                    <a:pt x="143060" y="207540"/>
                  </a:lnTo>
                  <a:lnTo>
                    <a:pt x="174069" y="174069"/>
                  </a:lnTo>
                  <a:lnTo>
                    <a:pt x="207540" y="143060"/>
                  </a:lnTo>
                  <a:lnTo>
                    <a:pt x="243321" y="114665"/>
                  </a:lnTo>
                  <a:lnTo>
                    <a:pt x="281259" y="89039"/>
                  </a:lnTo>
                  <a:lnTo>
                    <a:pt x="321200" y="66334"/>
                  </a:lnTo>
                  <a:lnTo>
                    <a:pt x="362991" y="46702"/>
                  </a:lnTo>
                  <a:lnTo>
                    <a:pt x="406481" y="30297"/>
                  </a:lnTo>
                  <a:lnTo>
                    <a:pt x="451515" y="17271"/>
                  </a:lnTo>
                  <a:lnTo>
                    <a:pt x="497942" y="7778"/>
                  </a:lnTo>
                  <a:lnTo>
                    <a:pt x="545607" y="1970"/>
                  </a:lnTo>
                  <a:lnTo>
                    <a:pt x="594360" y="0"/>
                  </a:lnTo>
                  <a:lnTo>
                    <a:pt x="643112" y="1970"/>
                  </a:lnTo>
                  <a:lnTo>
                    <a:pt x="690777" y="7778"/>
                  </a:lnTo>
                  <a:lnTo>
                    <a:pt x="737204" y="17271"/>
                  </a:lnTo>
                  <a:lnTo>
                    <a:pt x="782238" y="30297"/>
                  </a:lnTo>
                  <a:lnTo>
                    <a:pt x="825728" y="46702"/>
                  </a:lnTo>
                  <a:lnTo>
                    <a:pt x="867519" y="66334"/>
                  </a:lnTo>
                  <a:lnTo>
                    <a:pt x="907460" y="89039"/>
                  </a:lnTo>
                  <a:lnTo>
                    <a:pt x="945398" y="114665"/>
                  </a:lnTo>
                  <a:lnTo>
                    <a:pt x="981179" y="143060"/>
                  </a:lnTo>
                  <a:lnTo>
                    <a:pt x="1014650" y="174069"/>
                  </a:lnTo>
                  <a:lnTo>
                    <a:pt x="1045659" y="207540"/>
                  </a:lnTo>
                  <a:lnTo>
                    <a:pt x="1074054" y="243321"/>
                  </a:lnTo>
                  <a:lnTo>
                    <a:pt x="1099680" y="281259"/>
                  </a:lnTo>
                  <a:lnTo>
                    <a:pt x="1122385" y="321200"/>
                  </a:lnTo>
                  <a:lnTo>
                    <a:pt x="1142017" y="362991"/>
                  </a:lnTo>
                  <a:lnTo>
                    <a:pt x="1158422" y="406481"/>
                  </a:lnTo>
                  <a:lnTo>
                    <a:pt x="1171448" y="451515"/>
                  </a:lnTo>
                  <a:lnTo>
                    <a:pt x="1180941" y="497942"/>
                  </a:lnTo>
                  <a:lnTo>
                    <a:pt x="1186749" y="545607"/>
                  </a:lnTo>
                  <a:lnTo>
                    <a:pt x="1188720" y="594360"/>
                  </a:lnTo>
                  <a:lnTo>
                    <a:pt x="1186749" y="643112"/>
                  </a:lnTo>
                  <a:lnTo>
                    <a:pt x="1180941" y="690777"/>
                  </a:lnTo>
                  <a:lnTo>
                    <a:pt x="1171448" y="737204"/>
                  </a:lnTo>
                  <a:lnTo>
                    <a:pt x="1158422" y="782238"/>
                  </a:lnTo>
                  <a:lnTo>
                    <a:pt x="1142017" y="825728"/>
                  </a:lnTo>
                  <a:lnTo>
                    <a:pt x="1122385" y="867519"/>
                  </a:lnTo>
                  <a:lnTo>
                    <a:pt x="1099680" y="907460"/>
                  </a:lnTo>
                  <a:lnTo>
                    <a:pt x="1074054" y="945398"/>
                  </a:lnTo>
                  <a:lnTo>
                    <a:pt x="1045659" y="981179"/>
                  </a:lnTo>
                  <a:lnTo>
                    <a:pt x="1014650" y="1014650"/>
                  </a:lnTo>
                  <a:lnTo>
                    <a:pt x="981179" y="1045659"/>
                  </a:lnTo>
                  <a:lnTo>
                    <a:pt x="945398" y="1074054"/>
                  </a:lnTo>
                  <a:lnTo>
                    <a:pt x="907460" y="1099680"/>
                  </a:lnTo>
                  <a:lnTo>
                    <a:pt x="867519" y="1122385"/>
                  </a:lnTo>
                  <a:lnTo>
                    <a:pt x="825728" y="1142017"/>
                  </a:lnTo>
                  <a:lnTo>
                    <a:pt x="782238" y="1158422"/>
                  </a:lnTo>
                  <a:lnTo>
                    <a:pt x="737204" y="1171448"/>
                  </a:lnTo>
                  <a:lnTo>
                    <a:pt x="690777" y="1180941"/>
                  </a:lnTo>
                  <a:lnTo>
                    <a:pt x="643112" y="1186749"/>
                  </a:lnTo>
                  <a:lnTo>
                    <a:pt x="594360" y="1188720"/>
                  </a:lnTo>
                  <a:lnTo>
                    <a:pt x="545607" y="1186749"/>
                  </a:lnTo>
                  <a:lnTo>
                    <a:pt x="497942" y="1180941"/>
                  </a:lnTo>
                  <a:lnTo>
                    <a:pt x="451515" y="1171448"/>
                  </a:lnTo>
                  <a:lnTo>
                    <a:pt x="406481" y="1158422"/>
                  </a:lnTo>
                  <a:lnTo>
                    <a:pt x="362991" y="1142017"/>
                  </a:lnTo>
                  <a:lnTo>
                    <a:pt x="321200" y="1122385"/>
                  </a:lnTo>
                  <a:lnTo>
                    <a:pt x="281259" y="1099680"/>
                  </a:lnTo>
                  <a:lnTo>
                    <a:pt x="243321" y="1074054"/>
                  </a:lnTo>
                  <a:lnTo>
                    <a:pt x="207540" y="1045659"/>
                  </a:lnTo>
                  <a:lnTo>
                    <a:pt x="174069" y="1014650"/>
                  </a:lnTo>
                  <a:lnTo>
                    <a:pt x="143060" y="981179"/>
                  </a:lnTo>
                  <a:lnTo>
                    <a:pt x="114665" y="945398"/>
                  </a:lnTo>
                  <a:lnTo>
                    <a:pt x="89039" y="907460"/>
                  </a:lnTo>
                  <a:lnTo>
                    <a:pt x="66334" y="867519"/>
                  </a:lnTo>
                  <a:lnTo>
                    <a:pt x="46702" y="825728"/>
                  </a:lnTo>
                  <a:lnTo>
                    <a:pt x="30297" y="782238"/>
                  </a:lnTo>
                  <a:lnTo>
                    <a:pt x="17271" y="737204"/>
                  </a:lnTo>
                  <a:lnTo>
                    <a:pt x="7778" y="690777"/>
                  </a:lnTo>
                  <a:lnTo>
                    <a:pt x="1970" y="643112"/>
                  </a:lnTo>
                  <a:lnTo>
                    <a:pt x="0" y="594360"/>
                  </a:lnTo>
                  <a:close/>
                </a:path>
              </a:pathLst>
            </a:custGeom>
            <a:ln w="12699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preencoded.png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81259" y="2948939"/>
              <a:ext cx="594359" cy="5943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2677160" cy="228600"/>
            <a:chOff x="960119" y="471169"/>
            <a:chExt cx="2677160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544068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95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6358" y="471169"/>
              <a:ext cx="1280795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68933"/>
            <a:ext cx="6060440" cy="459105"/>
            <a:chOff x="685800" y="868933"/>
            <a:chExt cx="6060440" cy="45910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68933"/>
              <a:ext cx="978865" cy="458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1958" y="868933"/>
              <a:ext cx="978408" cy="458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7861" y="868933"/>
              <a:ext cx="1304543" cy="458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78377" y="868933"/>
              <a:ext cx="1304925" cy="458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59275" y="868933"/>
              <a:ext cx="1304544" cy="458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41315" y="868933"/>
              <a:ext cx="1304925" cy="45872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79450" y="1822450"/>
            <a:ext cx="4218940" cy="4310380"/>
            <a:chOff x="679450" y="1822450"/>
            <a:chExt cx="4218940" cy="4310380"/>
          </a:xfrm>
        </p:grpSpPr>
        <p:sp>
          <p:nvSpPr>
            <p:cNvPr id="15" name="object 15"/>
            <p:cNvSpPr/>
            <p:nvPr/>
          </p:nvSpPr>
          <p:spPr>
            <a:xfrm>
              <a:off x="685800" y="1828800"/>
              <a:ext cx="4206240" cy="4297680"/>
            </a:xfrm>
            <a:custGeom>
              <a:avLst/>
              <a:gdLst/>
              <a:ahLst/>
              <a:cxnLst/>
              <a:rect l="l" t="t" r="r" b="b"/>
              <a:pathLst>
                <a:path w="4206240" h="4297680">
                  <a:moveTo>
                    <a:pt x="413308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224528"/>
                  </a:lnTo>
                  <a:lnTo>
                    <a:pt x="5748" y="4253001"/>
                  </a:lnTo>
                  <a:lnTo>
                    <a:pt x="21426" y="4276253"/>
                  </a:lnTo>
                  <a:lnTo>
                    <a:pt x="44678" y="4291931"/>
                  </a:lnTo>
                  <a:lnTo>
                    <a:pt x="73151" y="4297680"/>
                  </a:lnTo>
                  <a:lnTo>
                    <a:pt x="4133088" y="4297680"/>
                  </a:lnTo>
                  <a:lnTo>
                    <a:pt x="4161555" y="4291931"/>
                  </a:lnTo>
                  <a:lnTo>
                    <a:pt x="4184808" y="4276253"/>
                  </a:lnTo>
                  <a:lnTo>
                    <a:pt x="4200489" y="4253001"/>
                  </a:lnTo>
                  <a:lnTo>
                    <a:pt x="4206240" y="4224528"/>
                  </a:lnTo>
                  <a:lnTo>
                    <a:pt x="4206240" y="73151"/>
                  </a:lnTo>
                  <a:lnTo>
                    <a:pt x="4200489" y="44684"/>
                  </a:lnTo>
                  <a:lnTo>
                    <a:pt x="4184808" y="21431"/>
                  </a:lnTo>
                  <a:lnTo>
                    <a:pt x="4161555" y="5750"/>
                  </a:lnTo>
                  <a:lnTo>
                    <a:pt x="4133088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800" y="1828800"/>
              <a:ext cx="4206240" cy="4297680"/>
            </a:xfrm>
            <a:custGeom>
              <a:avLst/>
              <a:gdLst/>
              <a:ahLst/>
              <a:cxnLst/>
              <a:rect l="l" t="t" r="r" b="b"/>
              <a:pathLst>
                <a:path w="4206240" h="429768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4133088" y="0"/>
                  </a:lnTo>
                  <a:lnTo>
                    <a:pt x="4161555" y="5750"/>
                  </a:lnTo>
                  <a:lnTo>
                    <a:pt x="4184808" y="21431"/>
                  </a:lnTo>
                  <a:lnTo>
                    <a:pt x="4200489" y="44684"/>
                  </a:lnTo>
                  <a:lnTo>
                    <a:pt x="4206240" y="73151"/>
                  </a:lnTo>
                  <a:lnTo>
                    <a:pt x="4206240" y="4224528"/>
                  </a:lnTo>
                  <a:lnTo>
                    <a:pt x="4200489" y="4253001"/>
                  </a:lnTo>
                  <a:lnTo>
                    <a:pt x="4184808" y="4276253"/>
                  </a:lnTo>
                  <a:lnTo>
                    <a:pt x="4161555" y="4291931"/>
                  </a:lnTo>
                  <a:lnTo>
                    <a:pt x="4133088" y="4297680"/>
                  </a:lnTo>
                  <a:lnTo>
                    <a:pt x="73151" y="4297680"/>
                  </a:lnTo>
                  <a:lnTo>
                    <a:pt x="44678" y="4291931"/>
                  </a:lnTo>
                  <a:lnTo>
                    <a:pt x="21426" y="4276253"/>
                  </a:lnTo>
                  <a:lnTo>
                    <a:pt x="5748" y="4253001"/>
                  </a:lnTo>
                  <a:lnTo>
                    <a:pt x="0" y="42245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800" y="1828800"/>
              <a:ext cx="73660" cy="4297680"/>
            </a:xfrm>
            <a:custGeom>
              <a:avLst/>
              <a:gdLst/>
              <a:ahLst/>
              <a:cxnLst/>
              <a:rect l="l" t="t" r="r" b="b"/>
              <a:pathLst>
                <a:path w="73659" h="4297680">
                  <a:moveTo>
                    <a:pt x="73151" y="0"/>
                  </a:moveTo>
                  <a:lnTo>
                    <a:pt x="0" y="0"/>
                  </a:lnTo>
                  <a:lnTo>
                    <a:pt x="0" y="4297680"/>
                  </a:lnTo>
                  <a:lnTo>
                    <a:pt x="73151" y="429768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6695" y="1929714"/>
              <a:ext cx="1271524" cy="91622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4984" y="3471926"/>
              <a:ext cx="878230" cy="31699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39138" y="3471926"/>
              <a:ext cx="1097280" cy="31699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82494" y="3471926"/>
              <a:ext cx="1317117" cy="31699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44163" y="3471926"/>
              <a:ext cx="658367" cy="31699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4984" y="3834638"/>
              <a:ext cx="878230" cy="3169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39138" y="3834638"/>
              <a:ext cx="877824" cy="3169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63038" y="3834638"/>
              <a:ext cx="658368" cy="3169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4984" y="4195902"/>
              <a:ext cx="658825" cy="31729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19682" y="4195902"/>
              <a:ext cx="658368" cy="31729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024125" y="4195902"/>
              <a:ext cx="877824" cy="31729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49550" y="4195902"/>
              <a:ext cx="658368" cy="31729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53994" y="4195902"/>
              <a:ext cx="878230" cy="31729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978275" y="4195902"/>
              <a:ext cx="658368" cy="317296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096240" y="1784537"/>
            <a:ext cx="6470650" cy="4431665"/>
            <a:chOff x="5096240" y="1784537"/>
            <a:chExt cx="6470650" cy="4431665"/>
          </a:xfrm>
        </p:grpSpPr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96240" y="1784537"/>
              <a:ext cx="6470174" cy="443118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166360" y="1828800"/>
              <a:ext cx="6337300" cy="4297680"/>
            </a:xfrm>
            <a:custGeom>
              <a:avLst/>
              <a:gdLst/>
              <a:ahLst/>
              <a:cxnLst/>
              <a:rect l="l" t="t" r="r" b="b"/>
              <a:pathLst>
                <a:path w="6337300" h="4297680">
                  <a:moveTo>
                    <a:pt x="626364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224528"/>
                  </a:lnTo>
                  <a:lnTo>
                    <a:pt x="5750" y="4253001"/>
                  </a:lnTo>
                  <a:lnTo>
                    <a:pt x="21431" y="4276253"/>
                  </a:lnTo>
                  <a:lnTo>
                    <a:pt x="44684" y="4291931"/>
                  </a:lnTo>
                  <a:lnTo>
                    <a:pt x="73151" y="4297680"/>
                  </a:lnTo>
                  <a:lnTo>
                    <a:pt x="6263640" y="4297680"/>
                  </a:lnTo>
                  <a:lnTo>
                    <a:pt x="6292107" y="4291931"/>
                  </a:lnTo>
                  <a:lnTo>
                    <a:pt x="6315360" y="4276253"/>
                  </a:lnTo>
                  <a:lnTo>
                    <a:pt x="6331041" y="4253001"/>
                  </a:lnTo>
                  <a:lnTo>
                    <a:pt x="6336792" y="4224528"/>
                  </a:lnTo>
                  <a:lnTo>
                    <a:pt x="6336792" y="73151"/>
                  </a:lnTo>
                  <a:lnTo>
                    <a:pt x="6331041" y="44684"/>
                  </a:lnTo>
                  <a:lnTo>
                    <a:pt x="6315360" y="21431"/>
                  </a:lnTo>
                  <a:lnTo>
                    <a:pt x="6292107" y="5750"/>
                  </a:lnTo>
                  <a:lnTo>
                    <a:pt x="6263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66360" y="1828800"/>
              <a:ext cx="6337300" cy="4297680"/>
            </a:xfrm>
            <a:custGeom>
              <a:avLst/>
              <a:gdLst/>
              <a:ahLst/>
              <a:cxnLst/>
              <a:rect l="l" t="t" r="r" b="b"/>
              <a:pathLst>
                <a:path w="6337300" h="429768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6263640" y="0"/>
                  </a:lnTo>
                  <a:lnTo>
                    <a:pt x="6292107" y="5750"/>
                  </a:lnTo>
                  <a:lnTo>
                    <a:pt x="6315360" y="21431"/>
                  </a:lnTo>
                  <a:lnTo>
                    <a:pt x="6331041" y="44684"/>
                  </a:lnTo>
                  <a:lnTo>
                    <a:pt x="6336792" y="73151"/>
                  </a:lnTo>
                  <a:lnTo>
                    <a:pt x="6336792" y="4224528"/>
                  </a:lnTo>
                  <a:lnTo>
                    <a:pt x="6331041" y="4253001"/>
                  </a:lnTo>
                  <a:lnTo>
                    <a:pt x="6315360" y="4276253"/>
                  </a:lnTo>
                  <a:lnTo>
                    <a:pt x="6292107" y="4291931"/>
                  </a:lnTo>
                  <a:lnTo>
                    <a:pt x="6263640" y="4297680"/>
                  </a:lnTo>
                  <a:lnTo>
                    <a:pt x="73151" y="4297680"/>
                  </a:lnTo>
                  <a:lnTo>
                    <a:pt x="44684" y="4291931"/>
                  </a:lnTo>
                  <a:lnTo>
                    <a:pt x="21431" y="4276253"/>
                  </a:lnTo>
                  <a:lnTo>
                    <a:pt x="5750" y="4253001"/>
                  </a:lnTo>
                  <a:lnTo>
                    <a:pt x="0" y="42245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40680" y="2788920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1298448" y="0"/>
                  </a:moveTo>
                  <a:lnTo>
                    <a:pt x="73152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212847"/>
                  </a:lnTo>
                  <a:lnTo>
                    <a:pt x="5750" y="2241315"/>
                  </a:lnTo>
                  <a:lnTo>
                    <a:pt x="21431" y="2264568"/>
                  </a:lnTo>
                  <a:lnTo>
                    <a:pt x="44684" y="2280249"/>
                  </a:lnTo>
                  <a:lnTo>
                    <a:pt x="73152" y="2285999"/>
                  </a:lnTo>
                  <a:lnTo>
                    <a:pt x="1298448" y="2285999"/>
                  </a:lnTo>
                  <a:lnTo>
                    <a:pt x="1326915" y="2280249"/>
                  </a:lnTo>
                  <a:lnTo>
                    <a:pt x="1350168" y="2264568"/>
                  </a:lnTo>
                  <a:lnTo>
                    <a:pt x="1365849" y="2241315"/>
                  </a:lnTo>
                  <a:lnTo>
                    <a:pt x="1371600" y="2212847"/>
                  </a:lnTo>
                  <a:lnTo>
                    <a:pt x="1371600" y="73151"/>
                  </a:lnTo>
                  <a:lnTo>
                    <a:pt x="1365849" y="44684"/>
                  </a:lnTo>
                  <a:lnTo>
                    <a:pt x="1350168" y="21431"/>
                  </a:lnTo>
                  <a:lnTo>
                    <a:pt x="1326915" y="5750"/>
                  </a:lnTo>
                  <a:lnTo>
                    <a:pt x="1298448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40680" y="2788920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2" y="0"/>
                  </a:lnTo>
                  <a:lnTo>
                    <a:pt x="1298448" y="0"/>
                  </a:lnTo>
                  <a:lnTo>
                    <a:pt x="1326915" y="5750"/>
                  </a:lnTo>
                  <a:lnTo>
                    <a:pt x="1350168" y="21431"/>
                  </a:lnTo>
                  <a:lnTo>
                    <a:pt x="1365849" y="44684"/>
                  </a:lnTo>
                  <a:lnTo>
                    <a:pt x="1371600" y="73151"/>
                  </a:lnTo>
                  <a:lnTo>
                    <a:pt x="1371600" y="2212847"/>
                  </a:lnTo>
                  <a:lnTo>
                    <a:pt x="1365849" y="2241315"/>
                  </a:lnTo>
                  <a:lnTo>
                    <a:pt x="1350168" y="2264568"/>
                  </a:lnTo>
                  <a:lnTo>
                    <a:pt x="1326915" y="2280249"/>
                  </a:lnTo>
                  <a:lnTo>
                    <a:pt x="1298448" y="2285999"/>
                  </a:lnTo>
                  <a:lnTo>
                    <a:pt x="73152" y="2285999"/>
                  </a:lnTo>
                  <a:lnTo>
                    <a:pt x="44684" y="2280249"/>
                  </a:lnTo>
                  <a:lnTo>
                    <a:pt x="21431" y="2264568"/>
                  </a:lnTo>
                  <a:lnTo>
                    <a:pt x="5750" y="2241315"/>
                  </a:lnTo>
                  <a:lnTo>
                    <a:pt x="0" y="221284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24728" y="3081528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5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1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2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4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2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4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2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 descr="preencoded.png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87669" y="3244481"/>
              <a:ext cx="277609" cy="27760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92140" y="3789552"/>
              <a:ext cx="652272" cy="228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234684" y="3789552"/>
              <a:ext cx="489204" cy="2286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47944" y="4597908"/>
              <a:ext cx="268224" cy="17373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49112" y="4597908"/>
              <a:ext cx="481584" cy="17373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43828" y="4597908"/>
              <a:ext cx="481583" cy="17373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931152" y="2788920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12984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212847"/>
                  </a:lnTo>
                  <a:lnTo>
                    <a:pt x="5750" y="2241315"/>
                  </a:lnTo>
                  <a:lnTo>
                    <a:pt x="21431" y="2264568"/>
                  </a:lnTo>
                  <a:lnTo>
                    <a:pt x="44684" y="2280249"/>
                  </a:lnTo>
                  <a:lnTo>
                    <a:pt x="73151" y="2285999"/>
                  </a:lnTo>
                  <a:lnTo>
                    <a:pt x="1298448" y="2285999"/>
                  </a:lnTo>
                  <a:lnTo>
                    <a:pt x="1326915" y="2280249"/>
                  </a:lnTo>
                  <a:lnTo>
                    <a:pt x="1350168" y="2264568"/>
                  </a:lnTo>
                  <a:lnTo>
                    <a:pt x="1365849" y="2241315"/>
                  </a:lnTo>
                  <a:lnTo>
                    <a:pt x="1371600" y="2212847"/>
                  </a:lnTo>
                  <a:lnTo>
                    <a:pt x="1371600" y="73151"/>
                  </a:lnTo>
                  <a:lnTo>
                    <a:pt x="1365849" y="44684"/>
                  </a:lnTo>
                  <a:lnTo>
                    <a:pt x="1350168" y="21431"/>
                  </a:lnTo>
                  <a:lnTo>
                    <a:pt x="1326915" y="5750"/>
                  </a:lnTo>
                  <a:lnTo>
                    <a:pt x="1298448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931152" y="2788920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298448" y="0"/>
                  </a:lnTo>
                  <a:lnTo>
                    <a:pt x="1326915" y="5750"/>
                  </a:lnTo>
                  <a:lnTo>
                    <a:pt x="1350168" y="21431"/>
                  </a:lnTo>
                  <a:lnTo>
                    <a:pt x="1365849" y="44684"/>
                  </a:lnTo>
                  <a:lnTo>
                    <a:pt x="1371600" y="73151"/>
                  </a:lnTo>
                  <a:lnTo>
                    <a:pt x="1371600" y="2212847"/>
                  </a:lnTo>
                  <a:lnTo>
                    <a:pt x="1365849" y="2241315"/>
                  </a:lnTo>
                  <a:lnTo>
                    <a:pt x="1350168" y="2264568"/>
                  </a:lnTo>
                  <a:lnTo>
                    <a:pt x="1326915" y="2280249"/>
                  </a:lnTo>
                  <a:lnTo>
                    <a:pt x="1298448" y="2285999"/>
                  </a:lnTo>
                  <a:lnTo>
                    <a:pt x="73151" y="2285999"/>
                  </a:lnTo>
                  <a:lnTo>
                    <a:pt x="44684" y="2280249"/>
                  </a:lnTo>
                  <a:lnTo>
                    <a:pt x="21431" y="2264568"/>
                  </a:lnTo>
                  <a:lnTo>
                    <a:pt x="5750" y="2241315"/>
                  </a:lnTo>
                  <a:lnTo>
                    <a:pt x="0" y="221284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15200" y="3081528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4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1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2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4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3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1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 descr="preencoded.png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478141" y="3244481"/>
              <a:ext cx="277609" cy="27760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82612" y="3789552"/>
              <a:ext cx="652272" cy="2286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725156" y="3789552"/>
              <a:ext cx="489661" cy="2286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79564" y="4597908"/>
              <a:ext cx="481583" cy="17373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572756" y="4597908"/>
              <a:ext cx="602360" cy="173736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421623" y="2788920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12984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212847"/>
                  </a:lnTo>
                  <a:lnTo>
                    <a:pt x="5750" y="2241315"/>
                  </a:lnTo>
                  <a:lnTo>
                    <a:pt x="21431" y="2264568"/>
                  </a:lnTo>
                  <a:lnTo>
                    <a:pt x="44684" y="2280249"/>
                  </a:lnTo>
                  <a:lnTo>
                    <a:pt x="73151" y="2285999"/>
                  </a:lnTo>
                  <a:lnTo>
                    <a:pt x="1298448" y="2285999"/>
                  </a:lnTo>
                  <a:lnTo>
                    <a:pt x="1326915" y="2280249"/>
                  </a:lnTo>
                  <a:lnTo>
                    <a:pt x="1350168" y="2264568"/>
                  </a:lnTo>
                  <a:lnTo>
                    <a:pt x="1365849" y="2241315"/>
                  </a:lnTo>
                  <a:lnTo>
                    <a:pt x="1371600" y="2212847"/>
                  </a:lnTo>
                  <a:lnTo>
                    <a:pt x="1371600" y="73151"/>
                  </a:lnTo>
                  <a:lnTo>
                    <a:pt x="1365849" y="44684"/>
                  </a:lnTo>
                  <a:lnTo>
                    <a:pt x="1350168" y="21431"/>
                  </a:lnTo>
                  <a:lnTo>
                    <a:pt x="1326915" y="5750"/>
                  </a:lnTo>
                  <a:lnTo>
                    <a:pt x="1298448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421623" y="2788920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298448" y="0"/>
                  </a:lnTo>
                  <a:lnTo>
                    <a:pt x="1326915" y="5750"/>
                  </a:lnTo>
                  <a:lnTo>
                    <a:pt x="1350168" y="21431"/>
                  </a:lnTo>
                  <a:lnTo>
                    <a:pt x="1365849" y="44684"/>
                  </a:lnTo>
                  <a:lnTo>
                    <a:pt x="1371600" y="73151"/>
                  </a:lnTo>
                  <a:lnTo>
                    <a:pt x="1371600" y="2212847"/>
                  </a:lnTo>
                  <a:lnTo>
                    <a:pt x="1365849" y="2241315"/>
                  </a:lnTo>
                  <a:lnTo>
                    <a:pt x="1350168" y="2264568"/>
                  </a:lnTo>
                  <a:lnTo>
                    <a:pt x="1326915" y="2280249"/>
                  </a:lnTo>
                  <a:lnTo>
                    <a:pt x="1298448" y="2285999"/>
                  </a:lnTo>
                  <a:lnTo>
                    <a:pt x="73151" y="2285999"/>
                  </a:lnTo>
                  <a:lnTo>
                    <a:pt x="44684" y="2280249"/>
                  </a:lnTo>
                  <a:lnTo>
                    <a:pt x="21431" y="2264568"/>
                  </a:lnTo>
                  <a:lnTo>
                    <a:pt x="5750" y="2241315"/>
                  </a:lnTo>
                  <a:lnTo>
                    <a:pt x="0" y="221284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805672" y="3081528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4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1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2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4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3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1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 descr="preencoded.png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968613" y="3244481"/>
              <a:ext cx="277609" cy="27760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863838" y="3789552"/>
              <a:ext cx="652272" cy="2286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790686" y="4597908"/>
              <a:ext cx="481583" cy="17373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183878" y="4597908"/>
              <a:ext cx="361188" cy="17373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9912096" y="2788920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129844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212847"/>
                  </a:lnTo>
                  <a:lnTo>
                    <a:pt x="5750" y="2241315"/>
                  </a:lnTo>
                  <a:lnTo>
                    <a:pt x="21431" y="2264568"/>
                  </a:lnTo>
                  <a:lnTo>
                    <a:pt x="44684" y="2280249"/>
                  </a:lnTo>
                  <a:lnTo>
                    <a:pt x="73151" y="2285999"/>
                  </a:lnTo>
                  <a:lnTo>
                    <a:pt x="1298448" y="2285999"/>
                  </a:lnTo>
                  <a:lnTo>
                    <a:pt x="1326915" y="2280249"/>
                  </a:lnTo>
                  <a:lnTo>
                    <a:pt x="1350168" y="2264568"/>
                  </a:lnTo>
                  <a:lnTo>
                    <a:pt x="1365849" y="2241315"/>
                  </a:lnTo>
                  <a:lnTo>
                    <a:pt x="1371600" y="2212847"/>
                  </a:lnTo>
                  <a:lnTo>
                    <a:pt x="1371600" y="73151"/>
                  </a:lnTo>
                  <a:lnTo>
                    <a:pt x="1365849" y="44684"/>
                  </a:lnTo>
                  <a:lnTo>
                    <a:pt x="1350168" y="21431"/>
                  </a:lnTo>
                  <a:lnTo>
                    <a:pt x="1326915" y="5750"/>
                  </a:lnTo>
                  <a:lnTo>
                    <a:pt x="1298448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912096" y="2788920"/>
              <a:ext cx="1371600" cy="2286000"/>
            </a:xfrm>
            <a:custGeom>
              <a:avLst/>
              <a:gdLst/>
              <a:ahLst/>
              <a:cxnLst/>
              <a:rect l="l" t="t" r="r" b="b"/>
              <a:pathLst>
                <a:path w="1371600" h="22860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298448" y="0"/>
                  </a:lnTo>
                  <a:lnTo>
                    <a:pt x="1326915" y="5750"/>
                  </a:lnTo>
                  <a:lnTo>
                    <a:pt x="1350168" y="21431"/>
                  </a:lnTo>
                  <a:lnTo>
                    <a:pt x="1365849" y="44684"/>
                  </a:lnTo>
                  <a:lnTo>
                    <a:pt x="1371600" y="73151"/>
                  </a:lnTo>
                  <a:lnTo>
                    <a:pt x="1371600" y="2212847"/>
                  </a:lnTo>
                  <a:lnTo>
                    <a:pt x="1365849" y="2241315"/>
                  </a:lnTo>
                  <a:lnTo>
                    <a:pt x="1350168" y="2264568"/>
                  </a:lnTo>
                  <a:lnTo>
                    <a:pt x="1326915" y="2280249"/>
                  </a:lnTo>
                  <a:lnTo>
                    <a:pt x="1298448" y="2285999"/>
                  </a:lnTo>
                  <a:lnTo>
                    <a:pt x="73151" y="2285999"/>
                  </a:lnTo>
                  <a:lnTo>
                    <a:pt x="44684" y="2280249"/>
                  </a:lnTo>
                  <a:lnTo>
                    <a:pt x="21431" y="2264568"/>
                  </a:lnTo>
                  <a:lnTo>
                    <a:pt x="5750" y="2241315"/>
                  </a:lnTo>
                  <a:lnTo>
                    <a:pt x="0" y="221284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296144" y="3081528"/>
              <a:ext cx="603885" cy="603885"/>
            </a:xfrm>
            <a:custGeom>
              <a:avLst/>
              <a:gdLst/>
              <a:ahLst/>
              <a:cxnLst/>
              <a:rect l="l" t="t" r="r" b="b"/>
              <a:pathLst>
                <a:path w="603884" h="603885">
                  <a:moveTo>
                    <a:pt x="301751" y="0"/>
                  </a:moveTo>
                  <a:lnTo>
                    <a:pt x="252813" y="3950"/>
                  </a:lnTo>
                  <a:lnTo>
                    <a:pt x="206386" y="15386"/>
                  </a:lnTo>
                  <a:lnTo>
                    <a:pt x="163092" y="33686"/>
                  </a:lnTo>
                  <a:lnTo>
                    <a:pt x="123553" y="58228"/>
                  </a:lnTo>
                  <a:lnTo>
                    <a:pt x="88392" y="88392"/>
                  </a:lnTo>
                  <a:lnTo>
                    <a:pt x="58228" y="123553"/>
                  </a:lnTo>
                  <a:lnTo>
                    <a:pt x="33686" y="163092"/>
                  </a:lnTo>
                  <a:lnTo>
                    <a:pt x="15386" y="206386"/>
                  </a:lnTo>
                  <a:lnTo>
                    <a:pt x="3950" y="252813"/>
                  </a:lnTo>
                  <a:lnTo>
                    <a:pt x="0" y="301751"/>
                  </a:lnTo>
                  <a:lnTo>
                    <a:pt x="3950" y="350690"/>
                  </a:lnTo>
                  <a:lnTo>
                    <a:pt x="15386" y="397117"/>
                  </a:lnTo>
                  <a:lnTo>
                    <a:pt x="33686" y="440411"/>
                  </a:lnTo>
                  <a:lnTo>
                    <a:pt x="58228" y="479950"/>
                  </a:lnTo>
                  <a:lnTo>
                    <a:pt x="88392" y="515112"/>
                  </a:lnTo>
                  <a:lnTo>
                    <a:pt x="123553" y="545275"/>
                  </a:lnTo>
                  <a:lnTo>
                    <a:pt x="163092" y="569817"/>
                  </a:lnTo>
                  <a:lnTo>
                    <a:pt x="206386" y="588117"/>
                  </a:lnTo>
                  <a:lnTo>
                    <a:pt x="252813" y="599553"/>
                  </a:lnTo>
                  <a:lnTo>
                    <a:pt x="301751" y="603504"/>
                  </a:lnTo>
                  <a:lnTo>
                    <a:pt x="350690" y="599553"/>
                  </a:lnTo>
                  <a:lnTo>
                    <a:pt x="397117" y="588117"/>
                  </a:lnTo>
                  <a:lnTo>
                    <a:pt x="440411" y="569817"/>
                  </a:lnTo>
                  <a:lnTo>
                    <a:pt x="479950" y="545275"/>
                  </a:lnTo>
                  <a:lnTo>
                    <a:pt x="515111" y="515111"/>
                  </a:lnTo>
                  <a:lnTo>
                    <a:pt x="545275" y="479950"/>
                  </a:lnTo>
                  <a:lnTo>
                    <a:pt x="569817" y="440411"/>
                  </a:lnTo>
                  <a:lnTo>
                    <a:pt x="588117" y="397117"/>
                  </a:lnTo>
                  <a:lnTo>
                    <a:pt x="599553" y="350690"/>
                  </a:lnTo>
                  <a:lnTo>
                    <a:pt x="603503" y="301751"/>
                  </a:lnTo>
                  <a:lnTo>
                    <a:pt x="599553" y="252813"/>
                  </a:lnTo>
                  <a:lnTo>
                    <a:pt x="588117" y="206386"/>
                  </a:lnTo>
                  <a:lnTo>
                    <a:pt x="569817" y="163092"/>
                  </a:lnTo>
                  <a:lnTo>
                    <a:pt x="545275" y="123553"/>
                  </a:lnTo>
                  <a:lnTo>
                    <a:pt x="515111" y="88392"/>
                  </a:lnTo>
                  <a:lnTo>
                    <a:pt x="479950" y="58228"/>
                  </a:lnTo>
                  <a:lnTo>
                    <a:pt x="440411" y="33686"/>
                  </a:lnTo>
                  <a:lnTo>
                    <a:pt x="397117" y="15386"/>
                  </a:lnTo>
                  <a:lnTo>
                    <a:pt x="350690" y="3950"/>
                  </a:lnTo>
                  <a:lnTo>
                    <a:pt x="301751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 descr="preencoded.png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459085" y="3244481"/>
              <a:ext cx="277609" cy="27760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246486" y="3789552"/>
              <a:ext cx="489203" cy="2286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625963" y="3789552"/>
              <a:ext cx="489203" cy="2286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203434" y="4597908"/>
              <a:ext cx="361645" cy="173736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478135" y="4597908"/>
              <a:ext cx="361188" cy="17373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752454" y="4597908"/>
              <a:ext cx="361188" cy="17373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673342" y="5510479"/>
              <a:ext cx="3470402" cy="211836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71" name="object 7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77" name="object 77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78" name="object 7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  <p:pic>
        <p:nvPicPr>
          <p:cNvPr id="81" name="object 81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721729" y="3658489"/>
            <a:ext cx="600455" cy="423672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8212581" y="3658489"/>
            <a:ext cx="600455" cy="423672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9703054" y="3658489"/>
            <a:ext cx="600455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2677160" cy="228600"/>
            <a:chOff x="960119" y="471169"/>
            <a:chExt cx="2677160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544068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95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6358" y="471169"/>
              <a:ext cx="1280795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68933"/>
            <a:ext cx="5513070" cy="459105"/>
            <a:chOff x="685800" y="868933"/>
            <a:chExt cx="5513070" cy="45910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68933"/>
              <a:ext cx="978865" cy="458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1958" y="868933"/>
              <a:ext cx="978408" cy="458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97861" y="868933"/>
              <a:ext cx="978408" cy="458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53766" y="868933"/>
              <a:ext cx="978407" cy="458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08526" y="868933"/>
              <a:ext cx="978408" cy="458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64430" y="868933"/>
              <a:ext cx="652272" cy="4587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94198" y="868933"/>
              <a:ext cx="1304544" cy="45872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79450" y="1822450"/>
            <a:ext cx="4218940" cy="4310380"/>
            <a:chOff x="679450" y="1822450"/>
            <a:chExt cx="4218940" cy="4310380"/>
          </a:xfrm>
        </p:grpSpPr>
        <p:sp>
          <p:nvSpPr>
            <p:cNvPr id="16" name="object 16"/>
            <p:cNvSpPr/>
            <p:nvPr/>
          </p:nvSpPr>
          <p:spPr>
            <a:xfrm>
              <a:off x="685800" y="1828800"/>
              <a:ext cx="4206240" cy="4297680"/>
            </a:xfrm>
            <a:custGeom>
              <a:avLst/>
              <a:gdLst/>
              <a:ahLst/>
              <a:cxnLst/>
              <a:rect l="l" t="t" r="r" b="b"/>
              <a:pathLst>
                <a:path w="4206240" h="4297680">
                  <a:moveTo>
                    <a:pt x="413308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224528"/>
                  </a:lnTo>
                  <a:lnTo>
                    <a:pt x="5748" y="4253001"/>
                  </a:lnTo>
                  <a:lnTo>
                    <a:pt x="21426" y="4276253"/>
                  </a:lnTo>
                  <a:lnTo>
                    <a:pt x="44678" y="4291931"/>
                  </a:lnTo>
                  <a:lnTo>
                    <a:pt x="73151" y="4297680"/>
                  </a:lnTo>
                  <a:lnTo>
                    <a:pt x="4133088" y="4297680"/>
                  </a:lnTo>
                  <a:lnTo>
                    <a:pt x="4161555" y="4291931"/>
                  </a:lnTo>
                  <a:lnTo>
                    <a:pt x="4184808" y="4276253"/>
                  </a:lnTo>
                  <a:lnTo>
                    <a:pt x="4200489" y="4253001"/>
                  </a:lnTo>
                  <a:lnTo>
                    <a:pt x="4206240" y="4224528"/>
                  </a:lnTo>
                  <a:lnTo>
                    <a:pt x="4206240" y="73151"/>
                  </a:lnTo>
                  <a:lnTo>
                    <a:pt x="4200489" y="44684"/>
                  </a:lnTo>
                  <a:lnTo>
                    <a:pt x="4184808" y="21431"/>
                  </a:lnTo>
                  <a:lnTo>
                    <a:pt x="4161555" y="5750"/>
                  </a:lnTo>
                  <a:lnTo>
                    <a:pt x="4133088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800" y="1828800"/>
              <a:ext cx="4206240" cy="4297680"/>
            </a:xfrm>
            <a:custGeom>
              <a:avLst/>
              <a:gdLst/>
              <a:ahLst/>
              <a:cxnLst/>
              <a:rect l="l" t="t" r="r" b="b"/>
              <a:pathLst>
                <a:path w="4206240" h="429768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4133088" y="0"/>
                  </a:lnTo>
                  <a:lnTo>
                    <a:pt x="4161555" y="5750"/>
                  </a:lnTo>
                  <a:lnTo>
                    <a:pt x="4184808" y="21431"/>
                  </a:lnTo>
                  <a:lnTo>
                    <a:pt x="4200489" y="44684"/>
                  </a:lnTo>
                  <a:lnTo>
                    <a:pt x="4206240" y="73151"/>
                  </a:lnTo>
                  <a:lnTo>
                    <a:pt x="4206240" y="4224528"/>
                  </a:lnTo>
                  <a:lnTo>
                    <a:pt x="4200489" y="4253001"/>
                  </a:lnTo>
                  <a:lnTo>
                    <a:pt x="4184808" y="4276253"/>
                  </a:lnTo>
                  <a:lnTo>
                    <a:pt x="4161555" y="4291931"/>
                  </a:lnTo>
                  <a:lnTo>
                    <a:pt x="4133088" y="4297680"/>
                  </a:lnTo>
                  <a:lnTo>
                    <a:pt x="73151" y="4297680"/>
                  </a:lnTo>
                  <a:lnTo>
                    <a:pt x="44678" y="4291931"/>
                  </a:lnTo>
                  <a:lnTo>
                    <a:pt x="21426" y="4276253"/>
                  </a:lnTo>
                  <a:lnTo>
                    <a:pt x="5748" y="4253001"/>
                  </a:lnTo>
                  <a:lnTo>
                    <a:pt x="0" y="42245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5800" y="1828800"/>
              <a:ext cx="73660" cy="4297680"/>
            </a:xfrm>
            <a:custGeom>
              <a:avLst/>
              <a:gdLst/>
              <a:ahLst/>
              <a:cxnLst/>
              <a:rect l="l" t="t" r="r" b="b"/>
              <a:pathLst>
                <a:path w="73659" h="4297680">
                  <a:moveTo>
                    <a:pt x="73151" y="0"/>
                  </a:moveTo>
                  <a:lnTo>
                    <a:pt x="0" y="0"/>
                  </a:lnTo>
                  <a:lnTo>
                    <a:pt x="0" y="4297680"/>
                  </a:lnTo>
                  <a:lnTo>
                    <a:pt x="73151" y="429768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6695" y="1929714"/>
              <a:ext cx="1271524" cy="91622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14984" y="3475939"/>
              <a:ext cx="658825" cy="31729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19682" y="3475939"/>
              <a:ext cx="877824" cy="3172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43582" y="3475939"/>
              <a:ext cx="658368" cy="31729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49550" y="3475939"/>
              <a:ext cx="658368" cy="31729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4984" y="3833114"/>
              <a:ext cx="658825" cy="31699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19682" y="3833114"/>
              <a:ext cx="658368" cy="3169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024125" y="3833114"/>
              <a:ext cx="658368" cy="31699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30094" y="3833114"/>
              <a:ext cx="658368" cy="3169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4984" y="4189729"/>
              <a:ext cx="1097661" cy="31699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58594" y="4189729"/>
              <a:ext cx="658368" cy="31699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63038" y="4189729"/>
              <a:ext cx="658368" cy="31699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967482" y="4189729"/>
              <a:ext cx="658368" cy="3169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73450" y="4189729"/>
              <a:ext cx="658825" cy="31699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978275" y="4189729"/>
              <a:ext cx="658368" cy="3169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14984" y="5063363"/>
              <a:ext cx="341985" cy="2484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87500" y="5063363"/>
              <a:ext cx="579628" cy="24841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84274" y="5063363"/>
              <a:ext cx="341375" cy="2484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908302" y="5063363"/>
              <a:ext cx="512063" cy="24841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303017" y="5063363"/>
              <a:ext cx="512063" cy="24841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97733" y="5063363"/>
              <a:ext cx="853440" cy="24841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14984" y="5384901"/>
              <a:ext cx="341985" cy="2484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87500" y="5384901"/>
              <a:ext cx="512064" cy="24841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82166" y="5384901"/>
              <a:ext cx="512064" cy="24841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978405" y="5384901"/>
              <a:ext cx="203454" cy="24841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114041" y="5384901"/>
              <a:ext cx="512063" cy="2484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510282" y="5384901"/>
              <a:ext cx="512063" cy="24841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904998" y="5384901"/>
              <a:ext cx="512063" cy="248412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5096240" y="1784537"/>
            <a:ext cx="6470650" cy="4431665"/>
            <a:chOff x="5096240" y="1784537"/>
            <a:chExt cx="6470650" cy="4431665"/>
          </a:xfrm>
        </p:grpSpPr>
        <p:pic>
          <p:nvPicPr>
            <p:cNvPr id="48" name="object 4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096240" y="1784537"/>
              <a:ext cx="6470174" cy="443118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166360" y="1828800"/>
              <a:ext cx="6337300" cy="4297680"/>
            </a:xfrm>
            <a:custGeom>
              <a:avLst/>
              <a:gdLst/>
              <a:ahLst/>
              <a:cxnLst/>
              <a:rect l="l" t="t" r="r" b="b"/>
              <a:pathLst>
                <a:path w="6337300" h="4297680">
                  <a:moveTo>
                    <a:pt x="626364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224528"/>
                  </a:lnTo>
                  <a:lnTo>
                    <a:pt x="5750" y="4253001"/>
                  </a:lnTo>
                  <a:lnTo>
                    <a:pt x="21431" y="4276253"/>
                  </a:lnTo>
                  <a:lnTo>
                    <a:pt x="44684" y="4291931"/>
                  </a:lnTo>
                  <a:lnTo>
                    <a:pt x="73151" y="4297680"/>
                  </a:lnTo>
                  <a:lnTo>
                    <a:pt x="6263640" y="4297680"/>
                  </a:lnTo>
                  <a:lnTo>
                    <a:pt x="6292107" y="4291931"/>
                  </a:lnTo>
                  <a:lnTo>
                    <a:pt x="6315360" y="4276253"/>
                  </a:lnTo>
                  <a:lnTo>
                    <a:pt x="6331041" y="4253001"/>
                  </a:lnTo>
                  <a:lnTo>
                    <a:pt x="6336792" y="4224528"/>
                  </a:lnTo>
                  <a:lnTo>
                    <a:pt x="6336792" y="73151"/>
                  </a:lnTo>
                  <a:lnTo>
                    <a:pt x="6331041" y="44684"/>
                  </a:lnTo>
                  <a:lnTo>
                    <a:pt x="6315360" y="21431"/>
                  </a:lnTo>
                  <a:lnTo>
                    <a:pt x="6292107" y="5750"/>
                  </a:lnTo>
                  <a:lnTo>
                    <a:pt x="6263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66360" y="1828800"/>
              <a:ext cx="6337300" cy="4297680"/>
            </a:xfrm>
            <a:custGeom>
              <a:avLst/>
              <a:gdLst/>
              <a:ahLst/>
              <a:cxnLst/>
              <a:rect l="l" t="t" r="r" b="b"/>
              <a:pathLst>
                <a:path w="6337300" h="429768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6263640" y="0"/>
                  </a:lnTo>
                  <a:lnTo>
                    <a:pt x="6292107" y="5750"/>
                  </a:lnTo>
                  <a:lnTo>
                    <a:pt x="6315360" y="21431"/>
                  </a:lnTo>
                  <a:lnTo>
                    <a:pt x="6331041" y="44684"/>
                  </a:lnTo>
                  <a:lnTo>
                    <a:pt x="6336792" y="73151"/>
                  </a:lnTo>
                  <a:lnTo>
                    <a:pt x="6336792" y="4224528"/>
                  </a:lnTo>
                  <a:lnTo>
                    <a:pt x="6331041" y="4253001"/>
                  </a:lnTo>
                  <a:lnTo>
                    <a:pt x="6315360" y="4276253"/>
                  </a:lnTo>
                  <a:lnTo>
                    <a:pt x="6292107" y="4291931"/>
                  </a:lnTo>
                  <a:lnTo>
                    <a:pt x="6263640" y="4297680"/>
                  </a:lnTo>
                  <a:lnTo>
                    <a:pt x="73151" y="4297680"/>
                  </a:lnTo>
                  <a:lnTo>
                    <a:pt x="44684" y="4291931"/>
                  </a:lnTo>
                  <a:lnTo>
                    <a:pt x="21431" y="4276253"/>
                  </a:lnTo>
                  <a:lnTo>
                    <a:pt x="5750" y="4253001"/>
                  </a:lnTo>
                  <a:lnTo>
                    <a:pt x="0" y="42245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 descr="assets/feat_channel.png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349240" y="2984500"/>
              <a:ext cx="5971032" cy="1986407"/>
            </a:xfrm>
            <a:prstGeom prst="rect">
              <a:avLst/>
            </a:prstGeom>
          </p:spPr>
        </p:pic>
      </p:grpSp>
      <p:grpSp>
        <p:nvGrpSpPr>
          <p:cNvPr id="52" name="object 52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53" name="object 5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60" name="object 6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2677160" cy="228600"/>
            <a:chOff x="960119" y="471169"/>
            <a:chExt cx="2677160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544068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95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6358" y="471169"/>
              <a:ext cx="1280795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68933"/>
            <a:ext cx="6603365" cy="459105"/>
            <a:chOff x="685800" y="868933"/>
            <a:chExt cx="6603365" cy="45910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68933"/>
              <a:ext cx="1555369" cy="458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8322" y="868933"/>
              <a:ext cx="978408" cy="458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22701" y="868933"/>
              <a:ext cx="1800860" cy="458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3575" y="868933"/>
              <a:ext cx="1304544" cy="458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54090" y="868933"/>
              <a:ext cx="978865" cy="4587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10248" y="868933"/>
              <a:ext cx="978407" cy="458724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679450" y="1822450"/>
            <a:ext cx="4218940" cy="4310380"/>
            <a:chOff x="679450" y="1822450"/>
            <a:chExt cx="4218940" cy="4310380"/>
          </a:xfrm>
        </p:grpSpPr>
        <p:sp>
          <p:nvSpPr>
            <p:cNvPr id="15" name="object 15"/>
            <p:cNvSpPr/>
            <p:nvPr/>
          </p:nvSpPr>
          <p:spPr>
            <a:xfrm>
              <a:off x="685800" y="1828800"/>
              <a:ext cx="4206240" cy="4297680"/>
            </a:xfrm>
            <a:custGeom>
              <a:avLst/>
              <a:gdLst/>
              <a:ahLst/>
              <a:cxnLst/>
              <a:rect l="l" t="t" r="r" b="b"/>
              <a:pathLst>
                <a:path w="4206240" h="4297680">
                  <a:moveTo>
                    <a:pt x="413308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224528"/>
                  </a:lnTo>
                  <a:lnTo>
                    <a:pt x="5748" y="4253001"/>
                  </a:lnTo>
                  <a:lnTo>
                    <a:pt x="21426" y="4276253"/>
                  </a:lnTo>
                  <a:lnTo>
                    <a:pt x="44678" y="4291931"/>
                  </a:lnTo>
                  <a:lnTo>
                    <a:pt x="73151" y="4297680"/>
                  </a:lnTo>
                  <a:lnTo>
                    <a:pt x="4133088" y="4297680"/>
                  </a:lnTo>
                  <a:lnTo>
                    <a:pt x="4161555" y="4291931"/>
                  </a:lnTo>
                  <a:lnTo>
                    <a:pt x="4184808" y="4276253"/>
                  </a:lnTo>
                  <a:lnTo>
                    <a:pt x="4200489" y="4253001"/>
                  </a:lnTo>
                  <a:lnTo>
                    <a:pt x="4206240" y="4224528"/>
                  </a:lnTo>
                  <a:lnTo>
                    <a:pt x="4206240" y="73151"/>
                  </a:lnTo>
                  <a:lnTo>
                    <a:pt x="4200489" y="44684"/>
                  </a:lnTo>
                  <a:lnTo>
                    <a:pt x="4184808" y="21431"/>
                  </a:lnTo>
                  <a:lnTo>
                    <a:pt x="4161555" y="5750"/>
                  </a:lnTo>
                  <a:lnTo>
                    <a:pt x="4133088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800" y="1828800"/>
              <a:ext cx="4206240" cy="4297680"/>
            </a:xfrm>
            <a:custGeom>
              <a:avLst/>
              <a:gdLst/>
              <a:ahLst/>
              <a:cxnLst/>
              <a:rect l="l" t="t" r="r" b="b"/>
              <a:pathLst>
                <a:path w="4206240" h="429768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4133088" y="0"/>
                  </a:lnTo>
                  <a:lnTo>
                    <a:pt x="4161555" y="5750"/>
                  </a:lnTo>
                  <a:lnTo>
                    <a:pt x="4184808" y="21431"/>
                  </a:lnTo>
                  <a:lnTo>
                    <a:pt x="4200489" y="44684"/>
                  </a:lnTo>
                  <a:lnTo>
                    <a:pt x="4206240" y="73151"/>
                  </a:lnTo>
                  <a:lnTo>
                    <a:pt x="4206240" y="4224528"/>
                  </a:lnTo>
                  <a:lnTo>
                    <a:pt x="4200489" y="4253001"/>
                  </a:lnTo>
                  <a:lnTo>
                    <a:pt x="4184808" y="4276253"/>
                  </a:lnTo>
                  <a:lnTo>
                    <a:pt x="4161555" y="4291931"/>
                  </a:lnTo>
                  <a:lnTo>
                    <a:pt x="4133088" y="4297680"/>
                  </a:lnTo>
                  <a:lnTo>
                    <a:pt x="73151" y="4297680"/>
                  </a:lnTo>
                  <a:lnTo>
                    <a:pt x="44678" y="4291931"/>
                  </a:lnTo>
                  <a:lnTo>
                    <a:pt x="21426" y="4276253"/>
                  </a:lnTo>
                  <a:lnTo>
                    <a:pt x="5748" y="4253001"/>
                  </a:lnTo>
                  <a:lnTo>
                    <a:pt x="0" y="42245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800" y="1828800"/>
              <a:ext cx="73660" cy="4297680"/>
            </a:xfrm>
            <a:custGeom>
              <a:avLst/>
              <a:gdLst/>
              <a:ahLst/>
              <a:cxnLst/>
              <a:rect l="l" t="t" r="r" b="b"/>
              <a:pathLst>
                <a:path w="73659" h="4297680">
                  <a:moveTo>
                    <a:pt x="73151" y="0"/>
                  </a:moveTo>
                  <a:lnTo>
                    <a:pt x="0" y="0"/>
                  </a:lnTo>
                  <a:lnTo>
                    <a:pt x="0" y="4297680"/>
                  </a:lnTo>
                  <a:lnTo>
                    <a:pt x="73151" y="429768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6695" y="1929714"/>
              <a:ext cx="1271524" cy="91622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4984" y="3475939"/>
              <a:ext cx="658825" cy="31729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19682" y="3475939"/>
              <a:ext cx="961428" cy="31729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60929" y="3475939"/>
              <a:ext cx="438912" cy="3172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45917" y="3475939"/>
              <a:ext cx="658368" cy="31729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50361" y="3475939"/>
              <a:ext cx="1249248" cy="31729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86122" y="3475939"/>
              <a:ext cx="438912" cy="31729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4984" y="3833114"/>
              <a:ext cx="658825" cy="3169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19682" y="3833114"/>
              <a:ext cx="438912" cy="31699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06194" y="3833114"/>
              <a:ext cx="658368" cy="3169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10638" y="3833114"/>
              <a:ext cx="658368" cy="31699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15082" y="3833114"/>
              <a:ext cx="201168" cy="31699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15666" y="3833114"/>
              <a:ext cx="265175" cy="31699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116833" y="3833114"/>
              <a:ext cx="878230" cy="31699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41114" y="3833114"/>
              <a:ext cx="658367" cy="31699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14984" y="4189729"/>
              <a:ext cx="878230" cy="3169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39138" y="4189729"/>
              <a:ext cx="877824" cy="31699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463038" y="4189729"/>
              <a:ext cx="658368" cy="31699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967482" y="4189729"/>
              <a:ext cx="810158" cy="31699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642614" y="4189729"/>
              <a:ext cx="658825" cy="31699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148963" y="4189729"/>
              <a:ext cx="658367" cy="31699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14984" y="5063363"/>
              <a:ext cx="341985" cy="24841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87500" y="5063363"/>
              <a:ext cx="2056891" cy="2484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154933" y="5063363"/>
              <a:ext cx="512064" cy="24841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549650" y="5063363"/>
              <a:ext cx="512521" cy="24841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14984" y="5384901"/>
              <a:ext cx="341985" cy="24841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87500" y="5384901"/>
              <a:ext cx="682752" cy="2484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754377" y="5384901"/>
              <a:ext cx="336042" cy="24841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978405" y="5384901"/>
              <a:ext cx="512063" cy="24841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373122" y="5384901"/>
              <a:ext cx="630936" cy="24841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898901" y="5384901"/>
              <a:ext cx="512063" cy="24841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295142" y="5384901"/>
              <a:ext cx="512063" cy="248412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5096240" y="1784537"/>
            <a:ext cx="6470650" cy="4431665"/>
            <a:chOff x="5096240" y="1784537"/>
            <a:chExt cx="6470650" cy="4431665"/>
          </a:xfrm>
        </p:grpSpPr>
        <p:pic>
          <p:nvPicPr>
            <p:cNvPr id="51" name="object 5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096240" y="1784537"/>
              <a:ext cx="6470174" cy="443118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166360" y="1828800"/>
              <a:ext cx="6337300" cy="4297680"/>
            </a:xfrm>
            <a:custGeom>
              <a:avLst/>
              <a:gdLst/>
              <a:ahLst/>
              <a:cxnLst/>
              <a:rect l="l" t="t" r="r" b="b"/>
              <a:pathLst>
                <a:path w="6337300" h="4297680">
                  <a:moveTo>
                    <a:pt x="626364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224528"/>
                  </a:lnTo>
                  <a:lnTo>
                    <a:pt x="5750" y="4253001"/>
                  </a:lnTo>
                  <a:lnTo>
                    <a:pt x="21431" y="4276253"/>
                  </a:lnTo>
                  <a:lnTo>
                    <a:pt x="44684" y="4291931"/>
                  </a:lnTo>
                  <a:lnTo>
                    <a:pt x="73151" y="4297680"/>
                  </a:lnTo>
                  <a:lnTo>
                    <a:pt x="6263640" y="4297680"/>
                  </a:lnTo>
                  <a:lnTo>
                    <a:pt x="6292107" y="4291931"/>
                  </a:lnTo>
                  <a:lnTo>
                    <a:pt x="6315360" y="4276253"/>
                  </a:lnTo>
                  <a:lnTo>
                    <a:pt x="6331041" y="4253001"/>
                  </a:lnTo>
                  <a:lnTo>
                    <a:pt x="6336792" y="4224528"/>
                  </a:lnTo>
                  <a:lnTo>
                    <a:pt x="6336792" y="73151"/>
                  </a:lnTo>
                  <a:lnTo>
                    <a:pt x="6331041" y="44684"/>
                  </a:lnTo>
                  <a:lnTo>
                    <a:pt x="6315360" y="21431"/>
                  </a:lnTo>
                  <a:lnTo>
                    <a:pt x="6292107" y="5750"/>
                  </a:lnTo>
                  <a:lnTo>
                    <a:pt x="6263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166360" y="1828800"/>
              <a:ext cx="6337300" cy="4297680"/>
            </a:xfrm>
            <a:custGeom>
              <a:avLst/>
              <a:gdLst/>
              <a:ahLst/>
              <a:cxnLst/>
              <a:rect l="l" t="t" r="r" b="b"/>
              <a:pathLst>
                <a:path w="6337300" h="429768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6263640" y="0"/>
                  </a:lnTo>
                  <a:lnTo>
                    <a:pt x="6292107" y="5750"/>
                  </a:lnTo>
                  <a:lnTo>
                    <a:pt x="6315360" y="21431"/>
                  </a:lnTo>
                  <a:lnTo>
                    <a:pt x="6331041" y="44684"/>
                  </a:lnTo>
                  <a:lnTo>
                    <a:pt x="6336792" y="73151"/>
                  </a:lnTo>
                  <a:lnTo>
                    <a:pt x="6336792" y="4224528"/>
                  </a:lnTo>
                  <a:lnTo>
                    <a:pt x="6331041" y="4253001"/>
                  </a:lnTo>
                  <a:lnTo>
                    <a:pt x="6315360" y="4276253"/>
                  </a:lnTo>
                  <a:lnTo>
                    <a:pt x="6292107" y="4291931"/>
                  </a:lnTo>
                  <a:lnTo>
                    <a:pt x="6263640" y="4297680"/>
                  </a:lnTo>
                  <a:lnTo>
                    <a:pt x="73151" y="4297680"/>
                  </a:lnTo>
                  <a:lnTo>
                    <a:pt x="44684" y="4291931"/>
                  </a:lnTo>
                  <a:lnTo>
                    <a:pt x="21431" y="4276253"/>
                  </a:lnTo>
                  <a:lnTo>
                    <a:pt x="5750" y="4253001"/>
                  </a:lnTo>
                  <a:lnTo>
                    <a:pt x="0" y="42245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 descr="assets/feat_entropy.png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349240" y="2092185"/>
              <a:ext cx="5971032" cy="3770884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56" name="object 5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63" name="object 6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63080"/>
            <a:chOff x="0" y="0"/>
            <a:chExt cx="12192000" cy="686308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6858000"/>
            </a:xfrm>
            <a:custGeom>
              <a:avLst/>
              <a:gdLst/>
              <a:ahLst/>
              <a:cxnLst/>
              <a:rect l="l" t="t" r="r" b="b"/>
              <a:pathLst>
                <a:path w="12045950" h="6858000">
                  <a:moveTo>
                    <a:pt x="0" y="6858000"/>
                  </a:moveTo>
                  <a:lnTo>
                    <a:pt x="12045696" y="6858000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46685" cy="6858000"/>
            </a:xfrm>
            <a:custGeom>
              <a:avLst/>
              <a:gdLst/>
              <a:ahLst/>
              <a:cxnLst/>
              <a:rect l="l" t="t" r="r" b="b"/>
              <a:pathLst>
                <a:path w="146685" h="6858000">
                  <a:moveTo>
                    <a:pt x="1463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6304" y="6858000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40" y="4572000"/>
              <a:ext cx="3291840" cy="2286000"/>
            </a:xfrm>
            <a:custGeom>
              <a:avLst/>
              <a:gdLst/>
              <a:ahLst/>
              <a:cxnLst/>
              <a:rect l="l" t="t" r="r" b="b"/>
              <a:pathLst>
                <a:path w="3291840" h="2286000">
                  <a:moveTo>
                    <a:pt x="0" y="182880"/>
                  </a:moveTo>
                  <a:lnTo>
                    <a:pt x="1371600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2468879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1371600" y="1920239"/>
                  </a:lnTo>
                </a:path>
                <a:path w="3291840" h="2286000">
                  <a:moveTo>
                    <a:pt x="1371600" y="82296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3291839" y="731519"/>
                  </a:lnTo>
                </a:path>
                <a:path w="3291840" h="2286000">
                  <a:moveTo>
                    <a:pt x="1005839" y="1920239"/>
                  </a:moveTo>
                  <a:lnTo>
                    <a:pt x="2651759" y="1920239"/>
                  </a:lnTo>
                </a:path>
                <a:path w="3291840" h="2286000">
                  <a:moveTo>
                    <a:pt x="1005839" y="1920239"/>
                  </a:moveTo>
                  <a:lnTo>
                    <a:pt x="1580605" y="228600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5237" y="59436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9525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525" y="9144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30000" y="5943600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4231" y="4690871"/>
              <a:ext cx="128016" cy="1280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8692" y="5353811"/>
              <a:ext cx="82296" cy="822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5971" y="4530852"/>
              <a:ext cx="82296" cy="822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0071" y="6428232"/>
              <a:ext cx="128016" cy="1280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8852" y="5902452"/>
              <a:ext cx="82296" cy="822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6071" y="5239511"/>
              <a:ext cx="128016" cy="1280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0471" y="1580641"/>
              <a:ext cx="4913630" cy="3352800"/>
            </a:xfrm>
            <a:custGeom>
              <a:avLst/>
              <a:gdLst/>
              <a:ahLst/>
              <a:cxnLst/>
              <a:rect l="l" t="t" r="r" b="b"/>
              <a:pathLst>
                <a:path w="4913630" h="3352800">
                  <a:moveTo>
                    <a:pt x="1371204" y="12700"/>
                  </a:moveTo>
                  <a:lnTo>
                    <a:pt x="939980" y="12700"/>
                  </a:lnTo>
                  <a:lnTo>
                    <a:pt x="891973" y="25400"/>
                  </a:lnTo>
                  <a:lnTo>
                    <a:pt x="845357" y="25400"/>
                  </a:lnTo>
                  <a:lnTo>
                    <a:pt x="800131" y="38100"/>
                  </a:lnTo>
                  <a:lnTo>
                    <a:pt x="713856" y="63500"/>
                  </a:lnTo>
                  <a:lnTo>
                    <a:pt x="672807" y="76200"/>
                  </a:lnTo>
                  <a:lnTo>
                    <a:pt x="623419" y="101600"/>
                  </a:lnTo>
                  <a:lnTo>
                    <a:pt x="576153" y="127000"/>
                  </a:lnTo>
                  <a:lnTo>
                    <a:pt x="531008" y="152400"/>
                  </a:lnTo>
                  <a:lnTo>
                    <a:pt x="487986" y="177800"/>
                  </a:lnTo>
                  <a:lnTo>
                    <a:pt x="447086" y="203200"/>
                  </a:lnTo>
                  <a:lnTo>
                    <a:pt x="408308" y="241300"/>
                  </a:lnTo>
                  <a:lnTo>
                    <a:pt x="371653" y="279400"/>
                  </a:lnTo>
                  <a:lnTo>
                    <a:pt x="337121" y="317500"/>
                  </a:lnTo>
                  <a:lnTo>
                    <a:pt x="308497" y="355600"/>
                  </a:lnTo>
                  <a:lnTo>
                    <a:pt x="281185" y="381000"/>
                  </a:lnTo>
                  <a:lnTo>
                    <a:pt x="255185" y="419100"/>
                  </a:lnTo>
                  <a:lnTo>
                    <a:pt x="230496" y="469900"/>
                  </a:lnTo>
                  <a:lnTo>
                    <a:pt x="207119" y="508000"/>
                  </a:lnTo>
                  <a:lnTo>
                    <a:pt x="185054" y="546100"/>
                  </a:lnTo>
                  <a:lnTo>
                    <a:pt x="164301" y="596900"/>
                  </a:lnTo>
                  <a:lnTo>
                    <a:pt x="144860" y="647700"/>
                  </a:lnTo>
                  <a:lnTo>
                    <a:pt x="126730" y="685800"/>
                  </a:lnTo>
                  <a:lnTo>
                    <a:pt x="109913" y="736600"/>
                  </a:lnTo>
                  <a:lnTo>
                    <a:pt x="94407" y="800100"/>
                  </a:lnTo>
                  <a:lnTo>
                    <a:pt x="80213" y="850900"/>
                  </a:lnTo>
                  <a:lnTo>
                    <a:pt x="70941" y="889000"/>
                  </a:lnTo>
                  <a:lnTo>
                    <a:pt x="62238" y="927100"/>
                  </a:lnTo>
                  <a:lnTo>
                    <a:pt x="54104" y="965200"/>
                  </a:lnTo>
                  <a:lnTo>
                    <a:pt x="46539" y="1016000"/>
                  </a:lnTo>
                  <a:lnTo>
                    <a:pt x="39544" y="1054100"/>
                  </a:lnTo>
                  <a:lnTo>
                    <a:pt x="33117" y="1104900"/>
                  </a:lnTo>
                  <a:lnTo>
                    <a:pt x="27260" y="1155700"/>
                  </a:lnTo>
                  <a:lnTo>
                    <a:pt x="21972" y="1193800"/>
                  </a:lnTo>
                  <a:lnTo>
                    <a:pt x="17253" y="1244600"/>
                  </a:lnTo>
                  <a:lnTo>
                    <a:pt x="13104" y="1295400"/>
                  </a:lnTo>
                  <a:lnTo>
                    <a:pt x="9524" y="1346200"/>
                  </a:lnTo>
                  <a:lnTo>
                    <a:pt x="6513" y="1397000"/>
                  </a:lnTo>
                  <a:lnTo>
                    <a:pt x="4071" y="1447800"/>
                  </a:lnTo>
                  <a:lnTo>
                    <a:pt x="2199" y="1511300"/>
                  </a:lnTo>
                  <a:lnTo>
                    <a:pt x="896" y="1562100"/>
                  </a:lnTo>
                  <a:lnTo>
                    <a:pt x="163" y="1625600"/>
                  </a:lnTo>
                  <a:lnTo>
                    <a:pt x="0" y="1676400"/>
                  </a:lnTo>
                  <a:lnTo>
                    <a:pt x="163" y="1739900"/>
                  </a:lnTo>
                  <a:lnTo>
                    <a:pt x="896" y="1790700"/>
                  </a:lnTo>
                  <a:lnTo>
                    <a:pt x="2199" y="1854200"/>
                  </a:lnTo>
                  <a:lnTo>
                    <a:pt x="4071" y="1905000"/>
                  </a:lnTo>
                  <a:lnTo>
                    <a:pt x="6513" y="1955800"/>
                  </a:lnTo>
                  <a:lnTo>
                    <a:pt x="9524" y="2019300"/>
                  </a:lnTo>
                  <a:lnTo>
                    <a:pt x="13104" y="2070099"/>
                  </a:lnTo>
                  <a:lnTo>
                    <a:pt x="17253" y="2120899"/>
                  </a:lnTo>
                  <a:lnTo>
                    <a:pt x="21972" y="2158999"/>
                  </a:lnTo>
                  <a:lnTo>
                    <a:pt x="27260" y="2209799"/>
                  </a:lnTo>
                  <a:lnTo>
                    <a:pt x="33117" y="2260599"/>
                  </a:lnTo>
                  <a:lnTo>
                    <a:pt x="39544" y="2298699"/>
                  </a:lnTo>
                  <a:lnTo>
                    <a:pt x="46539" y="2349499"/>
                  </a:lnTo>
                  <a:lnTo>
                    <a:pt x="54104" y="2387599"/>
                  </a:lnTo>
                  <a:lnTo>
                    <a:pt x="62238" y="2438399"/>
                  </a:lnTo>
                  <a:lnTo>
                    <a:pt x="70941" y="2476499"/>
                  </a:lnTo>
                  <a:lnTo>
                    <a:pt x="80213" y="2514599"/>
                  </a:lnTo>
                  <a:lnTo>
                    <a:pt x="94407" y="2565399"/>
                  </a:lnTo>
                  <a:lnTo>
                    <a:pt x="109913" y="2616199"/>
                  </a:lnTo>
                  <a:lnTo>
                    <a:pt x="126730" y="2666999"/>
                  </a:lnTo>
                  <a:lnTo>
                    <a:pt x="144860" y="2717799"/>
                  </a:lnTo>
                  <a:lnTo>
                    <a:pt x="164301" y="2768599"/>
                  </a:lnTo>
                  <a:lnTo>
                    <a:pt x="185054" y="2806699"/>
                  </a:lnTo>
                  <a:lnTo>
                    <a:pt x="207119" y="2857499"/>
                  </a:lnTo>
                  <a:lnTo>
                    <a:pt x="230496" y="2895599"/>
                  </a:lnTo>
                  <a:lnTo>
                    <a:pt x="255185" y="2933699"/>
                  </a:lnTo>
                  <a:lnTo>
                    <a:pt x="281185" y="2971799"/>
                  </a:lnTo>
                  <a:lnTo>
                    <a:pt x="308497" y="3009899"/>
                  </a:lnTo>
                  <a:lnTo>
                    <a:pt x="337121" y="3047999"/>
                  </a:lnTo>
                  <a:lnTo>
                    <a:pt x="371653" y="3086099"/>
                  </a:lnTo>
                  <a:lnTo>
                    <a:pt x="408308" y="3124199"/>
                  </a:lnTo>
                  <a:lnTo>
                    <a:pt x="447086" y="3149599"/>
                  </a:lnTo>
                  <a:lnTo>
                    <a:pt x="487986" y="3187699"/>
                  </a:lnTo>
                  <a:lnTo>
                    <a:pt x="531008" y="3213099"/>
                  </a:lnTo>
                  <a:lnTo>
                    <a:pt x="576153" y="3238499"/>
                  </a:lnTo>
                  <a:lnTo>
                    <a:pt x="623419" y="3263900"/>
                  </a:lnTo>
                  <a:lnTo>
                    <a:pt x="672807" y="3276600"/>
                  </a:lnTo>
                  <a:lnTo>
                    <a:pt x="713856" y="3289300"/>
                  </a:lnTo>
                  <a:lnTo>
                    <a:pt x="756297" y="3314700"/>
                  </a:lnTo>
                  <a:lnTo>
                    <a:pt x="800131" y="3314700"/>
                  </a:lnTo>
                  <a:lnTo>
                    <a:pt x="845357" y="3327400"/>
                  </a:lnTo>
                  <a:lnTo>
                    <a:pt x="939980" y="3352800"/>
                  </a:lnTo>
                  <a:lnTo>
                    <a:pt x="1317367" y="3352800"/>
                  </a:lnTo>
                  <a:lnTo>
                    <a:pt x="1371204" y="3340100"/>
                  </a:lnTo>
                  <a:lnTo>
                    <a:pt x="1423381" y="3340100"/>
                  </a:lnTo>
                  <a:lnTo>
                    <a:pt x="1522756" y="3314700"/>
                  </a:lnTo>
                  <a:lnTo>
                    <a:pt x="1569955" y="3302000"/>
                  </a:lnTo>
                  <a:lnTo>
                    <a:pt x="1615493" y="3276600"/>
                  </a:lnTo>
                  <a:lnTo>
                    <a:pt x="1659373" y="3263900"/>
                  </a:lnTo>
                  <a:lnTo>
                    <a:pt x="1701594" y="3238499"/>
                  </a:lnTo>
                  <a:lnTo>
                    <a:pt x="1742155" y="3225799"/>
                  </a:lnTo>
                  <a:lnTo>
                    <a:pt x="1781058" y="3200399"/>
                  </a:lnTo>
                  <a:lnTo>
                    <a:pt x="1818302" y="3174999"/>
                  </a:lnTo>
                  <a:lnTo>
                    <a:pt x="1853888" y="3136899"/>
                  </a:lnTo>
                  <a:lnTo>
                    <a:pt x="1887815" y="3111499"/>
                  </a:lnTo>
                  <a:lnTo>
                    <a:pt x="1920084" y="3086099"/>
                  </a:lnTo>
                  <a:lnTo>
                    <a:pt x="1950694" y="3047999"/>
                  </a:lnTo>
                  <a:lnTo>
                    <a:pt x="1979312" y="3009899"/>
                  </a:lnTo>
                  <a:lnTo>
                    <a:pt x="2006617" y="2971799"/>
                  </a:lnTo>
                  <a:lnTo>
                    <a:pt x="2032611" y="2933699"/>
                  </a:lnTo>
                  <a:lnTo>
                    <a:pt x="2057294" y="2895599"/>
                  </a:lnTo>
                  <a:lnTo>
                    <a:pt x="2080667" y="2857499"/>
                  </a:lnTo>
                  <a:lnTo>
                    <a:pt x="2102729" y="2806699"/>
                  </a:lnTo>
                  <a:lnTo>
                    <a:pt x="2123482" y="2768599"/>
                  </a:lnTo>
                  <a:lnTo>
                    <a:pt x="1059138" y="2768599"/>
                  </a:lnTo>
                  <a:lnTo>
                    <a:pt x="1019433" y="2755899"/>
                  </a:lnTo>
                  <a:lnTo>
                    <a:pt x="982192" y="2743199"/>
                  </a:lnTo>
                  <a:lnTo>
                    <a:pt x="947692" y="2717799"/>
                  </a:lnTo>
                  <a:lnTo>
                    <a:pt x="916025" y="2692399"/>
                  </a:lnTo>
                  <a:lnTo>
                    <a:pt x="887216" y="2666999"/>
                  </a:lnTo>
                  <a:lnTo>
                    <a:pt x="861288" y="2628899"/>
                  </a:lnTo>
                  <a:lnTo>
                    <a:pt x="843980" y="2590799"/>
                  </a:lnTo>
                  <a:lnTo>
                    <a:pt x="828198" y="2552699"/>
                  </a:lnTo>
                  <a:lnTo>
                    <a:pt x="813945" y="2514599"/>
                  </a:lnTo>
                  <a:lnTo>
                    <a:pt x="801223" y="2463799"/>
                  </a:lnTo>
                  <a:lnTo>
                    <a:pt x="790033" y="2412999"/>
                  </a:lnTo>
                  <a:lnTo>
                    <a:pt x="780378" y="2349499"/>
                  </a:lnTo>
                  <a:lnTo>
                    <a:pt x="772261" y="2285999"/>
                  </a:lnTo>
                  <a:lnTo>
                    <a:pt x="768158" y="2247899"/>
                  </a:lnTo>
                  <a:lnTo>
                    <a:pt x="764422" y="2209799"/>
                  </a:lnTo>
                  <a:lnTo>
                    <a:pt x="761053" y="2158999"/>
                  </a:lnTo>
                  <a:lnTo>
                    <a:pt x="758052" y="2120899"/>
                  </a:lnTo>
                  <a:lnTo>
                    <a:pt x="755419" y="2070099"/>
                  </a:lnTo>
                  <a:lnTo>
                    <a:pt x="753156" y="2019300"/>
                  </a:lnTo>
                  <a:lnTo>
                    <a:pt x="751262" y="1968500"/>
                  </a:lnTo>
                  <a:lnTo>
                    <a:pt x="749738" y="1917700"/>
                  </a:lnTo>
                  <a:lnTo>
                    <a:pt x="748585" y="1866900"/>
                  </a:lnTo>
                  <a:lnTo>
                    <a:pt x="747803" y="1803400"/>
                  </a:lnTo>
                  <a:lnTo>
                    <a:pt x="747394" y="1739900"/>
                  </a:lnTo>
                  <a:lnTo>
                    <a:pt x="747394" y="1612900"/>
                  </a:lnTo>
                  <a:lnTo>
                    <a:pt x="747803" y="1562100"/>
                  </a:lnTo>
                  <a:lnTo>
                    <a:pt x="748585" y="1498600"/>
                  </a:lnTo>
                  <a:lnTo>
                    <a:pt x="749738" y="1447800"/>
                  </a:lnTo>
                  <a:lnTo>
                    <a:pt x="753156" y="1333500"/>
                  </a:lnTo>
                  <a:lnTo>
                    <a:pt x="755419" y="1295400"/>
                  </a:lnTo>
                  <a:lnTo>
                    <a:pt x="758052" y="1244600"/>
                  </a:lnTo>
                  <a:lnTo>
                    <a:pt x="761053" y="1193800"/>
                  </a:lnTo>
                  <a:lnTo>
                    <a:pt x="764422" y="1155700"/>
                  </a:lnTo>
                  <a:lnTo>
                    <a:pt x="768158" y="1117600"/>
                  </a:lnTo>
                  <a:lnTo>
                    <a:pt x="772261" y="1066800"/>
                  </a:lnTo>
                  <a:lnTo>
                    <a:pt x="780378" y="1003300"/>
                  </a:lnTo>
                  <a:lnTo>
                    <a:pt x="790033" y="952500"/>
                  </a:lnTo>
                  <a:lnTo>
                    <a:pt x="801223" y="901700"/>
                  </a:lnTo>
                  <a:lnTo>
                    <a:pt x="813945" y="850900"/>
                  </a:lnTo>
                  <a:lnTo>
                    <a:pt x="828198" y="812800"/>
                  </a:lnTo>
                  <a:lnTo>
                    <a:pt x="843980" y="774700"/>
                  </a:lnTo>
                  <a:lnTo>
                    <a:pt x="861288" y="736600"/>
                  </a:lnTo>
                  <a:lnTo>
                    <a:pt x="887216" y="698500"/>
                  </a:lnTo>
                  <a:lnTo>
                    <a:pt x="916025" y="673100"/>
                  </a:lnTo>
                  <a:lnTo>
                    <a:pt x="947692" y="647700"/>
                  </a:lnTo>
                  <a:lnTo>
                    <a:pt x="982192" y="622300"/>
                  </a:lnTo>
                  <a:lnTo>
                    <a:pt x="1019433" y="609600"/>
                  </a:lnTo>
                  <a:lnTo>
                    <a:pt x="1059138" y="596900"/>
                  </a:lnTo>
                  <a:lnTo>
                    <a:pt x="1101296" y="584200"/>
                  </a:lnTo>
                  <a:lnTo>
                    <a:pt x="2118293" y="584200"/>
                  </a:lnTo>
                  <a:lnTo>
                    <a:pt x="2102729" y="546100"/>
                  </a:lnTo>
                  <a:lnTo>
                    <a:pt x="2080667" y="508000"/>
                  </a:lnTo>
                  <a:lnTo>
                    <a:pt x="2057294" y="469900"/>
                  </a:lnTo>
                  <a:lnTo>
                    <a:pt x="2032611" y="419100"/>
                  </a:lnTo>
                  <a:lnTo>
                    <a:pt x="2006617" y="381000"/>
                  </a:lnTo>
                  <a:lnTo>
                    <a:pt x="1979312" y="355600"/>
                  </a:lnTo>
                  <a:lnTo>
                    <a:pt x="1950694" y="317500"/>
                  </a:lnTo>
                  <a:lnTo>
                    <a:pt x="1920084" y="279400"/>
                  </a:lnTo>
                  <a:lnTo>
                    <a:pt x="1887815" y="254000"/>
                  </a:lnTo>
                  <a:lnTo>
                    <a:pt x="1853888" y="215900"/>
                  </a:lnTo>
                  <a:lnTo>
                    <a:pt x="1818302" y="190500"/>
                  </a:lnTo>
                  <a:lnTo>
                    <a:pt x="1781058" y="165100"/>
                  </a:lnTo>
                  <a:lnTo>
                    <a:pt x="1742155" y="139700"/>
                  </a:lnTo>
                  <a:lnTo>
                    <a:pt x="1701594" y="114300"/>
                  </a:lnTo>
                  <a:lnTo>
                    <a:pt x="1659373" y="101600"/>
                  </a:lnTo>
                  <a:lnTo>
                    <a:pt x="1615493" y="76200"/>
                  </a:lnTo>
                  <a:lnTo>
                    <a:pt x="1522756" y="50800"/>
                  </a:lnTo>
                  <a:lnTo>
                    <a:pt x="1423381" y="25400"/>
                  </a:lnTo>
                  <a:lnTo>
                    <a:pt x="1371204" y="12700"/>
                  </a:lnTo>
                  <a:close/>
                </a:path>
                <a:path w="4913630" h="3352800">
                  <a:moveTo>
                    <a:pt x="2118293" y="584200"/>
                  </a:moveTo>
                  <a:lnTo>
                    <a:pt x="1190117" y="584200"/>
                  </a:lnTo>
                  <a:lnTo>
                    <a:pt x="1231541" y="596900"/>
                  </a:lnTo>
                  <a:lnTo>
                    <a:pt x="1270178" y="609600"/>
                  </a:lnTo>
                  <a:lnTo>
                    <a:pt x="1339501" y="647700"/>
                  </a:lnTo>
                  <a:lnTo>
                    <a:pt x="1370733" y="673100"/>
                  </a:lnTo>
                  <a:lnTo>
                    <a:pt x="1399750" y="698500"/>
                  </a:lnTo>
                  <a:lnTo>
                    <a:pt x="1426565" y="736600"/>
                  </a:lnTo>
                  <a:lnTo>
                    <a:pt x="1443866" y="774700"/>
                  </a:lnTo>
                  <a:lnTo>
                    <a:pt x="1459632" y="812800"/>
                  </a:lnTo>
                  <a:lnTo>
                    <a:pt x="1473868" y="850900"/>
                  </a:lnTo>
                  <a:lnTo>
                    <a:pt x="1486577" y="901700"/>
                  </a:lnTo>
                  <a:lnTo>
                    <a:pt x="1497765" y="952500"/>
                  </a:lnTo>
                  <a:lnTo>
                    <a:pt x="1507435" y="1003300"/>
                  </a:lnTo>
                  <a:lnTo>
                    <a:pt x="1515592" y="1066800"/>
                  </a:lnTo>
                  <a:lnTo>
                    <a:pt x="1519693" y="1117600"/>
                  </a:lnTo>
                  <a:lnTo>
                    <a:pt x="1523424" y="1155700"/>
                  </a:lnTo>
                  <a:lnTo>
                    <a:pt x="1526786" y="1193800"/>
                  </a:lnTo>
                  <a:lnTo>
                    <a:pt x="1529778" y="1244600"/>
                  </a:lnTo>
                  <a:lnTo>
                    <a:pt x="1532402" y="1295400"/>
                  </a:lnTo>
                  <a:lnTo>
                    <a:pt x="1534658" y="1333500"/>
                  </a:lnTo>
                  <a:lnTo>
                    <a:pt x="1538066" y="1447800"/>
                  </a:lnTo>
                  <a:lnTo>
                    <a:pt x="1539220" y="1498600"/>
                  </a:lnTo>
                  <a:lnTo>
                    <a:pt x="1540007" y="1562100"/>
                  </a:lnTo>
                  <a:lnTo>
                    <a:pt x="1540428" y="1612900"/>
                  </a:lnTo>
                  <a:lnTo>
                    <a:pt x="1540428" y="1739900"/>
                  </a:lnTo>
                  <a:lnTo>
                    <a:pt x="1540092" y="1790700"/>
                  </a:lnTo>
                  <a:lnTo>
                    <a:pt x="1539220" y="1866900"/>
                  </a:lnTo>
                  <a:lnTo>
                    <a:pt x="1538066" y="1917700"/>
                  </a:lnTo>
                  <a:lnTo>
                    <a:pt x="1536546" y="1968500"/>
                  </a:lnTo>
                  <a:lnTo>
                    <a:pt x="1534658" y="2019300"/>
                  </a:lnTo>
                  <a:lnTo>
                    <a:pt x="1532402" y="2070099"/>
                  </a:lnTo>
                  <a:lnTo>
                    <a:pt x="1529778" y="2120899"/>
                  </a:lnTo>
                  <a:lnTo>
                    <a:pt x="1526786" y="2158999"/>
                  </a:lnTo>
                  <a:lnTo>
                    <a:pt x="1523424" y="2209799"/>
                  </a:lnTo>
                  <a:lnTo>
                    <a:pt x="1519693" y="2247899"/>
                  </a:lnTo>
                  <a:lnTo>
                    <a:pt x="1515592" y="2285999"/>
                  </a:lnTo>
                  <a:lnTo>
                    <a:pt x="1507435" y="2349499"/>
                  </a:lnTo>
                  <a:lnTo>
                    <a:pt x="1497765" y="2412999"/>
                  </a:lnTo>
                  <a:lnTo>
                    <a:pt x="1486577" y="2463799"/>
                  </a:lnTo>
                  <a:lnTo>
                    <a:pt x="1473868" y="2514599"/>
                  </a:lnTo>
                  <a:lnTo>
                    <a:pt x="1459632" y="2552699"/>
                  </a:lnTo>
                  <a:lnTo>
                    <a:pt x="1443866" y="2590799"/>
                  </a:lnTo>
                  <a:lnTo>
                    <a:pt x="1426565" y="2628899"/>
                  </a:lnTo>
                  <a:lnTo>
                    <a:pt x="1399750" y="2666999"/>
                  </a:lnTo>
                  <a:lnTo>
                    <a:pt x="1370733" y="2692399"/>
                  </a:lnTo>
                  <a:lnTo>
                    <a:pt x="1339501" y="2717799"/>
                  </a:lnTo>
                  <a:lnTo>
                    <a:pt x="1306042" y="2743199"/>
                  </a:lnTo>
                  <a:lnTo>
                    <a:pt x="1231541" y="2768599"/>
                  </a:lnTo>
                  <a:lnTo>
                    <a:pt x="2123482" y="2768599"/>
                  </a:lnTo>
                  <a:lnTo>
                    <a:pt x="2142925" y="2717799"/>
                  </a:lnTo>
                  <a:lnTo>
                    <a:pt x="2161060" y="2666999"/>
                  </a:lnTo>
                  <a:lnTo>
                    <a:pt x="2177886" y="2616199"/>
                  </a:lnTo>
                  <a:lnTo>
                    <a:pt x="2193404" y="2565399"/>
                  </a:lnTo>
                  <a:lnTo>
                    <a:pt x="2207615" y="2514599"/>
                  </a:lnTo>
                  <a:lnTo>
                    <a:pt x="2216879" y="2476499"/>
                  </a:lnTo>
                  <a:lnTo>
                    <a:pt x="2225576" y="2438399"/>
                  </a:lnTo>
                  <a:lnTo>
                    <a:pt x="2233705" y="2387599"/>
                  </a:lnTo>
                  <a:lnTo>
                    <a:pt x="2241266" y="2349499"/>
                  </a:lnTo>
                  <a:lnTo>
                    <a:pt x="2248260" y="2298699"/>
                  </a:lnTo>
                  <a:lnTo>
                    <a:pt x="2254684" y="2260599"/>
                  </a:lnTo>
                  <a:lnTo>
                    <a:pt x="2260541" y="2209799"/>
                  </a:lnTo>
                  <a:lnTo>
                    <a:pt x="2265828" y="2158999"/>
                  </a:lnTo>
                  <a:lnTo>
                    <a:pt x="2270545" y="2120899"/>
                  </a:lnTo>
                  <a:lnTo>
                    <a:pt x="2274693" y="2070099"/>
                  </a:lnTo>
                  <a:lnTo>
                    <a:pt x="2278271" y="2019300"/>
                  </a:lnTo>
                  <a:lnTo>
                    <a:pt x="2281279" y="1955800"/>
                  </a:lnTo>
                  <a:lnTo>
                    <a:pt x="2283716" y="1905000"/>
                  </a:lnTo>
                  <a:lnTo>
                    <a:pt x="2285582" y="1854200"/>
                  </a:lnTo>
                  <a:lnTo>
                    <a:pt x="2286877" y="1790700"/>
                  </a:lnTo>
                  <a:lnTo>
                    <a:pt x="2287601" y="1739900"/>
                  </a:lnTo>
                  <a:lnTo>
                    <a:pt x="2287752" y="1676400"/>
                  </a:lnTo>
                  <a:lnTo>
                    <a:pt x="2287601" y="1625600"/>
                  </a:lnTo>
                  <a:lnTo>
                    <a:pt x="2286877" y="1562100"/>
                  </a:lnTo>
                  <a:lnTo>
                    <a:pt x="2285582" y="1511300"/>
                  </a:lnTo>
                  <a:lnTo>
                    <a:pt x="2283716" y="1447800"/>
                  </a:lnTo>
                  <a:lnTo>
                    <a:pt x="2281279" y="1397000"/>
                  </a:lnTo>
                  <a:lnTo>
                    <a:pt x="2278271" y="1346200"/>
                  </a:lnTo>
                  <a:lnTo>
                    <a:pt x="2274693" y="1295400"/>
                  </a:lnTo>
                  <a:lnTo>
                    <a:pt x="2270545" y="1244600"/>
                  </a:lnTo>
                  <a:lnTo>
                    <a:pt x="2265828" y="1193800"/>
                  </a:lnTo>
                  <a:lnTo>
                    <a:pt x="2260541" y="1155700"/>
                  </a:lnTo>
                  <a:lnTo>
                    <a:pt x="2254684" y="1104900"/>
                  </a:lnTo>
                  <a:lnTo>
                    <a:pt x="2248260" y="1054100"/>
                  </a:lnTo>
                  <a:lnTo>
                    <a:pt x="2241266" y="1016000"/>
                  </a:lnTo>
                  <a:lnTo>
                    <a:pt x="2233705" y="965200"/>
                  </a:lnTo>
                  <a:lnTo>
                    <a:pt x="2225576" y="927100"/>
                  </a:lnTo>
                  <a:lnTo>
                    <a:pt x="2216879" y="889000"/>
                  </a:lnTo>
                  <a:lnTo>
                    <a:pt x="2207615" y="850900"/>
                  </a:lnTo>
                  <a:lnTo>
                    <a:pt x="2193404" y="800100"/>
                  </a:lnTo>
                  <a:lnTo>
                    <a:pt x="2177886" y="736600"/>
                  </a:lnTo>
                  <a:lnTo>
                    <a:pt x="2161060" y="685800"/>
                  </a:lnTo>
                  <a:lnTo>
                    <a:pt x="2142925" y="647700"/>
                  </a:lnTo>
                  <a:lnTo>
                    <a:pt x="2123482" y="596900"/>
                  </a:lnTo>
                  <a:lnTo>
                    <a:pt x="2118293" y="584200"/>
                  </a:lnTo>
                  <a:close/>
                </a:path>
                <a:path w="4913630" h="3352800">
                  <a:moveTo>
                    <a:pt x="1204713" y="0"/>
                  </a:moveTo>
                  <a:lnTo>
                    <a:pt x="1040161" y="0"/>
                  </a:lnTo>
                  <a:lnTo>
                    <a:pt x="989376" y="12700"/>
                  </a:lnTo>
                  <a:lnTo>
                    <a:pt x="1261870" y="12700"/>
                  </a:lnTo>
                  <a:lnTo>
                    <a:pt x="1204713" y="0"/>
                  </a:lnTo>
                  <a:close/>
                </a:path>
                <a:path w="4913630" h="3352800">
                  <a:moveTo>
                    <a:pt x="4576292" y="2690240"/>
                  </a:moveTo>
                  <a:lnTo>
                    <a:pt x="3837025" y="2690240"/>
                  </a:lnTo>
                  <a:lnTo>
                    <a:pt x="3837025" y="3295904"/>
                  </a:lnTo>
                  <a:lnTo>
                    <a:pt x="4576292" y="3295904"/>
                  </a:lnTo>
                  <a:lnTo>
                    <a:pt x="4576292" y="2690240"/>
                  </a:lnTo>
                  <a:close/>
                </a:path>
                <a:path w="4913630" h="3352800">
                  <a:moveTo>
                    <a:pt x="4576292" y="52958"/>
                  </a:moveTo>
                  <a:lnTo>
                    <a:pt x="3800449" y="52958"/>
                  </a:lnTo>
                  <a:lnTo>
                    <a:pt x="2577058" y="2105532"/>
                  </a:lnTo>
                  <a:lnTo>
                    <a:pt x="2577058" y="2690240"/>
                  </a:lnTo>
                  <a:lnTo>
                    <a:pt x="4913604" y="2690240"/>
                  </a:lnTo>
                  <a:lnTo>
                    <a:pt x="4913604" y="2105532"/>
                  </a:lnTo>
                  <a:lnTo>
                    <a:pt x="3223361" y="2105532"/>
                  </a:lnTo>
                  <a:lnTo>
                    <a:pt x="3837025" y="1073149"/>
                  </a:lnTo>
                  <a:lnTo>
                    <a:pt x="4576292" y="1073149"/>
                  </a:lnTo>
                  <a:lnTo>
                    <a:pt x="4576292" y="52958"/>
                  </a:lnTo>
                  <a:close/>
                </a:path>
                <a:path w="4913630" h="3352800">
                  <a:moveTo>
                    <a:pt x="4576292" y="1073149"/>
                  </a:moveTo>
                  <a:lnTo>
                    <a:pt x="3837025" y="1073149"/>
                  </a:lnTo>
                  <a:lnTo>
                    <a:pt x="3837025" y="2105532"/>
                  </a:lnTo>
                  <a:lnTo>
                    <a:pt x="4576292" y="2105532"/>
                  </a:lnTo>
                  <a:lnTo>
                    <a:pt x="4576292" y="1073149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519" y="2381123"/>
              <a:ext cx="1715262" cy="2484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800" y="2802001"/>
              <a:ext cx="1463548" cy="7040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61414" y="2802001"/>
              <a:ext cx="411480" cy="7040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67154" y="2802001"/>
              <a:ext cx="1463040" cy="7040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42514" y="2802001"/>
              <a:ext cx="411479" cy="7040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48254" y="2802001"/>
              <a:ext cx="1463547" cy="7040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74871" y="2802001"/>
              <a:ext cx="1950720" cy="70408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87263" y="2802001"/>
              <a:ext cx="1463547" cy="7040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07" y="1970"/>
                  </a:lnTo>
                  <a:lnTo>
                    <a:pt x="497942" y="7778"/>
                  </a:lnTo>
                  <a:lnTo>
                    <a:pt x="451515" y="17271"/>
                  </a:lnTo>
                  <a:lnTo>
                    <a:pt x="406481" y="30297"/>
                  </a:lnTo>
                  <a:lnTo>
                    <a:pt x="362991" y="46702"/>
                  </a:lnTo>
                  <a:lnTo>
                    <a:pt x="321200" y="66334"/>
                  </a:lnTo>
                  <a:lnTo>
                    <a:pt x="281259" y="89039"/>
                  </a:lnTo>
                  <a:lnTo>
                    <a:pt x="243321" y="114665"/>
                  </a:lnTo>
                  <a:lnTo>
                    <a:pt x="207540" y="143060"/>
                  </a:lnTo>
                  <a:lnTo>
                    <a:pt x="174069" y="174069"/>
                  </a:lnTo>
                  <a:lnTo>
                    <a:pt x="143060" y="207540"/>
                  </a:lnTo>
                  <a:lnTo>
                    <a:pt x="114665" y="243321"/>
                  </a:lnTo>
                  <a:lnTo>
                    <a:pt x="89039" y="281259"/>
                  </a:lnTo>
                  <a:lnTo>
                    <a:pt x="66334" y="321200"/>
                  </a:lnTo>
                  <a:lnTo>
                    <a:pt x="46702" y="362991"/>
                  </a:lnTo>
                  <a:lnTo>
                    <a:pt x="30297" y="406481"/>
                  </a:lnTo>
                  <a:lnTo>
                    <a:pt x="17271" y="451515"/>
                  </a:lnTo>
                  <a:lnTo>
                    <a:pt x="7778" y="497942"/>
                  </a:lnTo>
                  <a:lnTo>
                    <a:pt x="1970" y="545607"/>
                  </a:lnTo>
                  <a:lnTo>
                    <a:pt x="0" y="594360"/>
                  </a:lnTo>
                  <a:lnTo>
                    <a:pt x="1970" y="643112"/>
                  </a:lnTo>
                  <a:lnTo>
                    <a:pt x="7778" y="690777"/>
                  </a:lnTo>
                  <a:lnTo>
                    <a:pt x="17271" y="737204"/>
                  </a:lnTo>
                  <a:lnTo>
                    <a:pt x="30297" y="782238"/>
                  </a:lnTo>
                  <a:lnTo>
                    <a:pt x="46702" y="825728"/>
                  </a:lnTo>
                  <a:lnTo>
                    <a:pt x="66334" y="867519"/>
                  </a:lnTo>
                  <a:lnTo>
                    <a:pt x="89039" y="907460"/>
                  </a:lnTo>
                  <a:lnTo>
                    <a:pt x="114665" y="945398"/>
                  </a:lnTo>
                  <a:lnTo>
                    <a:pt x="143060" y="981179"/>
                  </a:lnTo>
                  <a:lnTo>
                    <a:pt x="174069" y="1014650"/>
                  </a:lnTo>
                  <a:lnTo>
                    <a:pt x="207540" y="1045659"/>
                  </a:lnTo>
                  <a:lnTo>
                    <a:pt x="243321" y="1074054"/>
                  </a:lnTo>
                  <a:lnTo>
                    <a:pt x="281259" y="1099680"/>
                  </a:lnTo>
                  <a:lnTo>
                    <a:pt x="321200" y="1122385"/>
                  </a:lnTo>
                  <a:lnTo>
                    <a:pt x="362991" y="1142017"/>
                  </a:lnTo>
                  <a:lnTo>
                    <a:pt x="406481" y="1158422"/>
                  </a:lnTo>
                  <a:lnTo>
                    <a:pt x="451515" y="1171448"/>
                  </a:lnTo>
                  <a:lnTo>
                    <a:pt x="497942" y="1180941"/>
                  </a:lnTo>
                  <a:lnTo>
                    <a:pt x="545607" y="1186749"/>
                  </a:lnTo>
                  <a:lnTo>
                    <a:pt x="594360" y="1188720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60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lnTo>
                    <a:pt x="1970" y="545607"/>
                  </a:lnTo>
                  <a:lnTo>
                    <a:pt x="7778" y="497942"/>
                  </a:lnTo>
                  <a:lnTo>
                    <a:pt x="17271" y="451515"/>
                  </a:lnTo>
                  <a:lnTo>
                    <a:pt x="30297" y="406481"/>
                  </a:lnTo>
                  <a:lnTo>
                    <a:pt x="46702" y="362991"/>
                  </a:lnTo>
                  <a:lnTo>
                    <a:pt x="66334" y="321200"/>
                  </a:lnTo>
                  <a:lnTo>
                    <a:pt x="89039" y="281259"/>
                  </a:lnTo>
                  <a:lnTo>
                    <a:pt x="114665" y="243321"/>
                  </a:lnTo>
                  <a:lnTo>
                    <a:pt x="143060" y="207540"/>
                  </a:lnTo>
                  <a:lnTo>
                    <a:pt x="174069" y="174069"/>
                  </a:lnTo>
                  <a:lnTo>
                    <a:pt x="207540" y="143060"/>
                  </a:lnTo>
                  <a:lnTo>
                    <a:pt x="243321" y="114665"/>
                  </a:lnTo>
                  <a:lnTo>
                    <a:pt x="281259" y="89039"/>
                  </a:lnTo>
                  <a:lnTo>
                    <a:pt x="321200" y="66334"/>
                  </a:lnTo>
                  <a:lnTo>
                    <a:pt x="362991" y="46702"/>
                  </a:lnTo>
                  <a:lnTo>
                    <a:pt x="406481" y="30297"/>
                  </a:lnTo>
                  <a:lnTo>
                    <a:pt x="451515" y="17271"/>
                  </a:lnTo>
                  <a:lnTo>
                    <a:pt x="497942" y="7778"/>
                  </a:lnTo>
                  <a:lnTo>
                    <a:pt x="545607" y="1970"/>
                  </a:lnTo>
                  <a:lnTo>
                    <a:pt x="594360" y="0"/>
                  </a:lnTo>
                  <a:lnTo>
                    <a:pt x="643112" y="1970"/>
                  </a:lnTo>
                  <a:lnTo>
                    <a:pt x="690777" y="7778"/>
                  </a:lnTo>
                  <a:lnTo>
                    <a:pt x="737204" y="17271"/>
                  </a:lnTo>
                  <a:lnTo>
                    <a:pt x="782238" y="30297"/>
                  </a:lnTo>
                  <a:lnTo>
                    <a:pt x="825728" y="46702"/>
                  </a:lnTo>
                  <a:lnTo>
                    <a:pt x="867519" y="66334"/>
                  </a:lnTo>
                  <a:lnTo>
                    <a:pt x="907460" y="89039"/>
                  </a:lnTo>
                  <a:lnTo>
                    <a:pt x="945398" y="114665"/>
                  </a:lnTo>
                  <a:lnTo>
                    <a:pt x="981179" y="143060"/>
                  </a:lnTo>
                  <a:lnTo>
                    <a:pt x="1014650" y="174069"/>
                  </a:lnTo>
                  <a:lnTo>
                    <a:pt x="1045659" y="207540"/>
                  </a:lnTo>
                  <a:lnTo>
                    <a:pt x="1074054" y="243321"/>
                  </a:lnTo>
                  <a:lnTo>
                    <a:pt x="1099680" y="281259"/>
                  </a:lnTo>
                  <a:lnTo>
                    <a:pt x="1122385" y="321200"/>
                  </a:lnTo>
                  <a:lnTo>
                    <a:pt x="1142017" y="362991"/>
                  </a:lnTo>
                  <a:lnTo>
                    <a:pt x="1158422" y="406481"/>
                  </a:lnTo>
                  <a:lnTo>
                    <a:pt x="1171448" y="451515"/>
                  </a:lnTo>
                  <a:lnTo>
                    <a:pt x="1180941" y="497942"/>
                  </a:lnTo>
                  <a:lnTo>
                    <a:pt x="1186749" y="545607"/>
                  </a:lnTo>
                  <a:lnTo>
                    <a:pt x="1188720" y="594360"/>
                  </a:lnTo>
                  <a:lnTo>
                    <a:pt x="1186749" y="643112"/>
                  </a:lnTo>
                  <a:lnTo>
                    <a:pt x="1180941" y="690777"/>
                  </a:lnTo>
                  <a:lnTo>
                    <a:pt x="1171448" y="737204"/>
                  </a:lnTo>
                  <a:lnTo>
                    <a:pt x="1158422" y="782238"/>
                  </a:lnTo>
                  <a:lnTo>
                    <a:pt x="1142017" y="825728"/>
                  </a:lnTo>
                  <a:lnTo>
                    <a:pt x="1122385" y="867519"/>
                  </a:lnTo>
                  <a:lnTo>
                    <a:pt x="1099680" y="907460"/>
                  </a:lnTo>
                  <a:lnTo>
                    <a:pt x="1074054" y="945398"/>
                  </a:lnTo>
                  <a:lnTo>
                    <a:pt x="1045659" y="981179"/>
                  </a:lnTo>
                  <a:lnTo>
                    <a:pt x="1014650" y="1014650"/>
                  </a:lnTo>
                  <a:lnTo>
                    <a:pt x="981179" y="1045659"/>
                  </a:lnTo>
                  <a:lnTo>
                    <a:pt x="945398" y="1074054"/>
                  </a:lnTo>
                  <a:lnTo>
                    <a:pt x="907460" y="1099680"/>
                  </a:lnTo>
                  <a:lnTo>
                    <a:pt x="867519" y="1122385"/>
                  </a:lnTo>
                  <a:lnTo>
                    <a:pt x="825728" y="1142017"/>
                  </a:lnTo>
                  <a:lnTo>
                    <a:pt x="782238" y="1158422"/>
                  </a:lnTo>
                  <a:lnTo>
                    <a:pt x="737204" y="1171448"/>
                  </a:lnTo>
                  <a:lnTo>
                    <a:pt x="690777" y="1180941"/>
                  </a:lnTo>
                  <a:lnTo>
                    <a:pt x="643112" y="1186749"/>
                  </a:lnTo>
                  <a:lnTo>
                    <a:pt x="594360" y="1188720"/>
                  </a:lnTo>
                  <a:lnTo>
                    <a:pt x="545607" y="1186749"/>
                  </a:lnTo>
                  <a:lnTo>
                    <a:pt x="497942" y="1180941"/>
                  </a:lnTo>
                  <a:lnTo>
                    <a:pt x="451515" y="1171448"/>
                  </a:lnTo>
                  <a:lnTo>
                    <a:pt x="406481" y="1158422"/>
                  </a:lnTo>
                  <a:lnTo>
                    <a:pt x="362991" y="1142017"/>
                  </a:lnTo>
                  <a:lnTo>
                    <a:pt x="321200" y="1122385"/>
                  </a:lnTo>
                  <a:lnTo>
                    <a:pt x="281259" y="1099680"/>
                  </a:lnTo>
                  <a:lnTo>
                    <a:pt x="243321" y="1074054"/>
                  </a:lnTo>
                  <a:lnTo>
                    <a:pt x="207540" y="1045659"/>
                  </a:lnTo>
                  <a:lnTo>
                    <a:pt x="174069" y="1014650"/>
                  </a:lnTo>
                  <a:lnTo>
                    <a:pt x="143060" y="981179"/>
                  </a:lnTo>
                  <a:lnTo>
                    <a:pt x="114665" y="945398"/>
                  </a:lnTo>
                  <a:lnTo>
                    <a:pt x="89039" y="907460"/>
                  </a:lnTo>
                  <a:lnTo>
                    <a:pt x="66334" y="867519"/>
                  </a:lnTo>
                  <a:lnTo>
                    <a:pt x="46702" y="825728"/>
                  </a:lnTo>
                  <a:lnTo>
                    <a:pt x="30297" y="782238"/>
                  </a:lnTo>
                  <a:lnTo>
                    <a:pt x="17271" y="737204"/>
                  </a:lnTo>
                  <a:lnTo>
                    <a:pt x="7778" y="690777"/>
                  </a:lnTo>
                  <a:lnTo>
                    <a:pt x="1970" y="643112"/>
                  </a:lnTo>
                  <a:lnTo>
                    <a:pt x="0" y="594360"/>
                  </a:lnTo>
                  <a:close/>
                </a:path>
              </a:pathLst>
            </a:custGeom>
            <a:ln w="12699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preencoded.png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81259" y="2948939"/>
              <a:ext cx="594359" cy="5943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074670" cy="228600"/>
            <a:chOff x="960119" y="471169"/>
            <a:chExt cx="3074670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1496567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79602"/>
            <a:ext cx="1977389" cy="440690"/>
            <a:chOff x="685800" y="879602"/>
            <a:chExt cx="1977389" cy="44069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79602"/>
              <a:ext cx="1250086" cy="4404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5422" y="879602"/>
              <a:ext cx="937260" cy="44043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439670" y="898905"/>
            <a:ext cx="342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0" dirty="0">
                <a:solidFill>
                  <a:srgbClr val="091B39"/>
                </a:solidFill>
                <a:latin typeface="Arial"/>
                <a:cs typeface="Arial"/>
              </a:rPr>
              <a:t>—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871470" y="879602"/>
            <a:ext cx="3044190" cy="440690"/>
            <a:chOff x="2871470" y="879602"/>
            <a:chExt cx="3044190" cy="44069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71470" y="879602"/>
              <a:ext cx="937259" cy="4404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8418" y="879602"/>
              <a:ext cx="1250086" cy="4404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9691" y="879602"/>
              <a:ext cx="507491" cy="4404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78019" y="879602"/>
              <a:ext cx="937260" cy="440436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15644" y="1830257"/>
            <a:ext cx="6900545" cy="4431665"/>
            <a:chOff x="615644" y="1830257"/>
            <a:chExt cx="6900545" cy="4431665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5644" y="1830257"/>
              <a:ext cx="6900012" cy="443118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5799" y="1874519"/>
              <a:ext cx="6766559" cy="4297680"/>
            </a:xfrm>
            <a:custGeom>
              <a:avLst/>
              <a:gdLst/>
              <a:ahLst/>
              <a:cxnLst/>
              <a:rect l="l" t="t" r="r" b="b"/>
              <a:pathLst>
                <a:path w="6766559" h="4297680">
                  <a:moveTo>
                    <a:pt x="6711696" y="0"/>
                  </a:moveTo>
                  <a:lnTo>
                    <a:pt x="54876" y="0"/>
                  </a:lnTo>
                  <a:lnTo>
                    <a:pt x="33518" y="4304"/>
                  </a:lnTo>
                  <a:lnTo>
                    <a:pt x="16075" y="16049"/>
                  </a:lnTo>
                  <a:lnTo>
                    <a:pt x="4313" y="33486"/>
                  </a:lnTo>
                  <a:lnTo>
                    <a:pt x="0" y="54863"/>
                  </a:lnTo>
                  <a:lnTo>
                    <a:pt x="0" y="4242803"/>
                  </a:lnTo>
                  <a:lnTo>
                    <a:pt x="4313" y="4264161"/>
                  </a:lnTo>
                  <a:lnTo>
                    <a:pt x="16075" y="4281604"/>
                  </a:lnTo>
                  <a:lnTo>
                    <a:pt x="33518" y="4293366"/>
                  </a:lnTo>
                  <a:lnTo>
                    <a:pt x="54876" y="4297680"/>
                  </a:lnTo>
                  <a:lnTo>
                    <a:pt x="6711696" y="4297680"/>
                  </a:lnTo>
                  <a:lnTo>
                    <a:pt x="6733073" y="4293366"/>
                  </a:lnTo>
                  <a:lnTo>
                    <a:pt x="6750510" y="4281604"/>
                  </a:lnTo>
                  <a:lnTo>
                    <a:pt x="6762255" y="4264161"/>
                  </a:lnTo>
                  <a:lnTo>
                    <a:pt x="6766559" y="4242803"/>
                  </a:lnTo>
                  <a:lnTo>
                    <a:pt x="6766559" y="54863"/>
                  </a:lnTo>
                  <a:lnTo>
                    <a:pt x="6762255" y="33486"/>
                  </a:lnTo>
                  <a:lnTo>
                    <a:pt x="6750510" y="16049"/>
                  </a:lnTo>
                  <a:lnTo>
                    <a:pt x="6733073" y="4304"/>
                  </a:lnTo>
                  <a:lnTo>
                    <a:pt x="67116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5799" y="1874519"/>
              <a:ext cx="6766559" cy="4297680"/>
            </a:xfrm>
            <a:custGeom>
              <a:avLst/>
              <a:gdLst/>
              <a:ahLst/>
              <a:cxnLst/>
              <a:rect l="l" t="t" r="r" b="b"/>
              <a:pathLst>
                <a:path w="6766559" h="4297680">
                  <a:moveTo>
                    <a:pt x="0" y="54863"/>
                  </a:moveTo>
                  <a:lnTo>
                    <a:pt x="4313" y="33486"/>
                  </a:lnTo>
                  <a:lnTo>
                    <a:pt x="16075" y="16049"/>
                  </a:lnTo>
                  <a:lnTo>
                    <a:pt x="33518" y="4304"/>
                  </a:lnTo>
                  <a:lnTo>
                    <a:pt x="54876" y="0"/>
                  </a:lnTo>
                  <a:lnTo>
                    <a:pt x="6711696" y="0"/>
                  </a:lnTo>
                  <a:lnTo>
                    <a:pt x="6733073" y="4304"/>
                  </a:lnTo>
                  <a:lnTo>
                    <a:pt x="6750510" y="16049"/>
                  </a:lnTo>
                  <a:lnTo>
                    <a:pt x="6762255" y="33486"/>
                  </a:lnTo>
                  <a:lnTo>
                    <a:pt x="6766559" y="54863"/>
                  </a:lnTo>
                  <a:lnTo>
                    <a:pt x="6766559" y="4242803"/>
                  </a:lnTo>
                  <a:lnTo>
                    <a:pt x="6762255" y="4264161"/>
                  </a:lnTo>
                  <a:lnTo>
                    <a:pt x="6750510" y="4281604"/>
                  </a:lnTo>
                  <a:lnTo>
                    <a:pt x="6733073" y="4293366"/>
                  </a:lnTo>
                  <a:lnTo>
                    <a:pt x="6711696" y="4297680"/>
                  </a:lnTo>
                  <a:lnTo>
                    <a:pt x="54876" y="4297680"/>
                  </a:lnTo>
                  <a:lnTo>
                    <a:pt x="33518" y="4293366"/>
                  </a:lnTo>
                  <a:lnTo>
                    <a:pt x="16075" y="4281604"/>
                  </a:lnTo>
                  <a:lnTo>
                    <a:pt x="4313" y="4264161"/>
                  </a:lnTo>
                  <a:lnTo>
                    <a:pt x="0" y="4242803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5799" y="1874519"/>
              <a:ext cx="6766559" cy="457200"/>
            </a:xfrm>
            <a:custGeom>
              <a:avLst/>
              <a:gdLst/>
              <a:ahLst/>
              <a:cxnLst/>
              <a:rect l="l" t="t" r="r" b="b"/>
              <a:pathLst>
                <a:path w="6766559" h="457200">
                  <a:moveTo>
                    <a:pt x="676655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6766559" y="457200"/>
                  </a:lnTo>
                  <a:lnTo>
                    <a:pt x="6766559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4399" y="1951354"/>
              <a:ext cx="585673" cy="2819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72054" y="1951354"/>
              <a:ext cx="585216" cy="2819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18354" y="1951354"/>
              <a:ext cx="585215" cy="2819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4399" y="2454274"/>
              <a:ext cx="585673" cy="2819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65757" y="2454274"/>
              <a:ext cx="585216" cy="28193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972054" y="2472562"/>
              <a:ext cx="503935" cy="2484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8354" y="2472562"/>
              <a:ext cx="2041271" cy="2484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76948" y="2588386"/>
              <a:ext cx="68579" cy="2590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53148" y="2472562"/>
              <a:ext cx="693115" cy="24841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85799" y="2880359"/>
              <a:ext cx="6766559" cy="548640"/>
            </a:xfrm>
            <a:custGeom>
              <a:avLst/>
              <a:gdLst/>
              <a:ahLst/>
              <a:cxnLst/>
              <a:rect l="l" t="t" r="r" b="b"/>
              <a:pathLst>
                <a:path w="6766559" h="548639">
                  <a:moveTo>
                    <a:pt x="6766559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6766559" y="548639"/>
                  </a:lnTo>
                  <a:lnTo>
                    <a:pt x="6766559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72054" y="3020898"/>
              <a:ext cx="979322" cy="24871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618354" y="3020898"/>
              <a:ext cx="2742946" cy="2487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4399" y="3551808"/>
              <a:ext cx="585673" cy="28193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65757" y="3551808"/>
              <a:ext cx="585216" cy="2819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972054" y="3570097"/>
              <a:ext cx="739647" cy="24841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618354" y="3570097"/>
              <a:ext cx="1350772" cy="24841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85799" y="3977639"/>
              <a:ext cx="6766559" cy="548640"/>
            </a:xfrm>
            <a:custGeom>
              <a:avLst/>
              <a:gdLst/>
              <a:ahLst/>
              <a:cxnLst/>
              <a:rect l="l" t="t" r="r" b="b"/>
              <a:pathLst>
                <a:path w="6766559" h="548639">
                  <a:moveTo>
                    <a:pt x="6766559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6766559" y="548640"/>
                  </a:lnTo>
                  <a:lnTo>
                    <a:pt x="6766559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14399" y="4100448"/>
              <a:ext cx="358038" cy="28193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82928" y="4100448"/>
              <a:ext cx="1170432" cy="2819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972054" y="4118736"/>
              <a:ext cx="815467" cy="2484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618354" y="4118736"/>
              <a:ext cx="1188720" cy="24841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14399" y="4649469"/>
              <a:ext cx="780694" cy="28193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60830" y="4649469"/>
              <a:ext cx="585216" cy="28193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972054" y="4667757"/>
              <a:ext cx="719328" cy="2484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618354" y="4667757"/>
              <a:ext cx="752094" cy="24841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85799" y="5074919"/>
              <a:ext cx="6766559" cy="548640"/>
            </a:xfrm>
            <a:custGeom>
              <a:avLst/>
              <a:gdLst/>
              <a:ahLst/>
              <a:cxnLst/>
              <a:rect l="l" t="t" r="r" b="b"/>
              <a:pathLst>
                <a:path w="6766559" h="548639">
                  <a:moveTo>
                    <a:pt x="6766559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6766559" y="548639"/>
                  </a:lnTo>
                  <a:lnTo>
                    <a:pt x="6766559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4399" y="5746394"/>
              <a:ext cx="585673" cy="28224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365757" y="5746394"/>
              <a:ext cx="585216" cy="28224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972054" y="5764682"/>
              <a:ext cx="384047" cy="24871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618354" y="5764682"/>
              <a:ext cx="1766697" cy="248716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914400" y="5198109"/>
            <a:ext cx="1253490" cy="281940"/>
            <a:chOff x="914400" y="5198109"/>
            <a:chExt cx="1253490" cy="281940"/>
          </a:xfrm>
        </p:grpSpPr>
        <p:pic>
          <p:nvPicPr>
            <p:cNvPr id="52" name="object 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14400" y="5198109"/>
              <a:ext cx="780694" cy="28193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22730" y="5318505"/>
              <a:ext cx="36576" cy="3657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582166" y="5198109"/>
              <a:ext cx="585216" cy="281939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972054" y="5216397"/>
            <a:ext cx="638174" cy="248411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4618354" y="5109717"/>
            <a:ext cx="2489835" cy="462280"/>
            <a:chOff x="4618354" y="5109717"/>
            <a:chExt cx="2489835" cy="462280"/>
          </a:xfrm>
        </p:grpSpPr>
        <p:pic>
          <p:nvPicPr>
            <p:cNvPr id="57" name="object 5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618354" y="5109717"/>
              <a:ext cx="2489707" cy="24841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618354" y="5323077"/>
              <a:ext cx="664972" cy="248412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7647376" y="1833310"/>
            <a:ext cx="3926204" cy="4493260"/>
            <a:chOff x="7647376" y="1833310"/>
            <a:chExt cx="3926204" cy="4493260"/>
          </a:xfrm>
        </p:grpSpPr>
        <p:pic>
          <p:nvPicPr>
            <p:cNvPr id="60" name="object 6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647376" y="1833310"/>
              <a:ext cx="3925935" cy="449284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726680" y="1874520"/>
              <a:ext cx="3776979" cy="4343400"/>
            </a:xfrm>
            <a:custGeom>
              <a:avLst/>
              <a:gdLst/>
              <a:ahLst/>
              <a:cxnLst/>
              <a:rect l="l" t="t" r="r" b="b"/>
              <a:pathLst>
                <a:path w="3776979" h="4343400">
                  <a:moveTo>
                    <a:pt x="3685031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251972"/>
                  </a:lnTo>
                  <a:lnTo>
                    <a:pt x="7179" y="4287560"/>
                  </a:lnTo>
                  <a:lnTo>
                    <a:pt x="26765" y="4316622"/>
                  </a:lnTo>
                  <a:lnTo>
                    <a:pt x="55828" y="4336215"/>
                  </a:lnTo>
                  <a:lnTo>
                    <a:pt x="91440" y="4343400"/>
                  </a:lnTo>
                  <a:lnTo>
                    <a:pt x="3685031" y="4343400"/>
                  </a:lnTo>
                  <a:lnTo>
                    <a:pt x="3720643" y="4336215"/>
                  </a:lnTo>
                  <a:lnTo>
                    <a:pt x="3749706" y="4316622"/>
                  </a:lnTo>
                  <a:lnTo>
                    <a:pt x="3769292" y="4287560"/>
                  </a:lnTo>
                  <a:lnTo>
                    <a:pt x="3776472" y="4251972"/>
                  </a:lnTo>
                  <a:lnTo>
                    <a:pt x="3776472" y="91439"/>
                  </a:lnTo>
                  <a:lnTo>
                    <a:pt x="3769292" y="55828"/>
                  </a:lnTo>
                  <a:lnTo>
                    <a:pt x="3749706" y="26765"/>
                  </a:lnTo>
                  <a:lnTo>
                    <a:pt x="3720643" y="7179"/>
                  </a:lnTo>
                  <a:lnTo>
                    <a:pt x="3685031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001000" y="2542032"/>
              <a:ext cx="3228340" cy="2331720"/>
            </a:xfrm>
            <a:custGeom>
              <a:avLst/>
              <a:gdLst/>
              <a:ahLst/>
              <a:cxnLst/>
              <a:rect l="l" t="t" r="r" b="b"/>
              <a:pathLst>
                <a:path w="3228340" h="2331720">
                  <a:moveTo>
                    <a:pt x="3172968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276855"/>
                  </a:lnTo>
                  <a:lnTo>
                    <a:pt x="4304" y="2298233"/>
                  </a:lnTo>
                  <a:lnTo>
                    <a:pt x="16049" y="2315670"/>
                  </a:lnTo>
                  <a:lnTo>
                    <a:pt x="33486" y="2327415"/>
                  </a:lnTo>
                  <a:lnTo>
                    <a:pt x="54864" y="2331719"/>
                  </a:lnTo>
                  <a:lnTo>
                    <a:pt x="3172968" y="2331719"/>
                  </a:lnTo>
                  <a:lnTo>
                    <a:pt x="3194345" y="2327415"/>
                  </a:lnTo>
                  <a:lnTo>
                    <a:pt x="3211782" y="2315670"/>
                  </a:lnTo>
                  <a:lnTo>
                    <a:pt x="3223527" y="2298233"/>
                  </a:lnTo>
                  <a:lnTo>
                    <a:pt x="3227831" y="2276855"/>
                  </a:lnTo>
                  <a:lnTo>
                    <a:pt x="3227831" y="54863"/>
                  </a:lnTo>
                  <a:lnTo>
                    <a:pt x="3223527" y="33486"/>
                  </a:lnTo>
                  <a:lnTo>
                    <a:pt x="3211782" y="16049"/>
                  </a:lnTo>
                  <a:lnTo>
                    <a:pt x="3194345" y="4304"/>
                  </a:lnTo>
                  <a:lnTo>
                    <a:pt x="31729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 descr="assets/rpi.png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130921" y="2651760"/>
              <a:ext cx="2967863" cy="212140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828532" y="5060950"/>
              <a:ext cx="1746250" cy="28194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542020" y="5509564"/>
              <a:ext cx="682751" cy="24841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108948" y="5509564"/>
              <a:ext cx="683158" cy="24841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676130" y="5509564"/>
              <a:ext cx="512064" cy="24841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070846" y="5509564"/>
              <a:ext cx="853440" cy="24841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514588" y="5776264"/>
              <a:ext cx="512064" cy="24841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909304" y="5776264"/>
              <a:ext cx="512064" cy="24841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305544" y="5776264"/>
              <a:ext cx="853821" cy="24841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043414" y="5776264"/>
              <a:ext cx="512064" cy="24841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439654" y="5776264"/>
              <a:ext cx="512064" cy="248412"/>
            </a:xfrm>
            <a:prstGeom prst="rect">
              <a:avLst/>
            </a:prstGeom>
          </p:spPr>
        </p:pic>
      </p:grpSp>
      <p:pic>
        <p:nvPicPr>
          <p:cNvPr id="74" name="object 74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691895" y="6520029"/>
            <a:ext cx="185928" cy="99260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923544" y="6494068"/>
            <a:ext cx="1113155" cy="151765"/>
            <a:chOff x="923544" y="6494068"/>
            <a:chExt cx="1113155" cy="151765"/>
          </a:xfrm>
        </p:grpSpPr>
        <p:pic>
          <p:nvPicPr>
            <p:cNvPr id="76" name="object 76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23544" y="6494068"/>
              <a:ext cx="414934" cy="15118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614170" y="6516974"/>
              <a:ext cx="196595" cy="10231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851913" y="6521556"/>
              <a:ext cx="184404" cy="97733"/>
            </a:xfrm>
            <a:prstGeom prst="rect">
              <a:avLst/>
            </a:prstGeom>
          </p:spPr>
        </p:pic>
      </p:grpSp>
      <p:pic>
        <p:nvPicPr>
          <p:cNvPr id="80" name="object 80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2083561" y="6494068"/>
            <a:ext cx="513080" cy="151180"/>
          </a:xfrm>
          <a:prstGeom prst="rect">
            <a:avLst/>
          </a:prstGeom>
        </p:spPr>
      </p:pic>
      <p:grpSp>
        <p:nvGrpSpPr>
          <p:cNvPr id="81" name="object 81"/>
          <p:cNvGrpSpPr/>
          <p:nvPr/>
        </p:nvGrpSpPr>
        <p:grpSpPr>
          <a:xfrm>
            <a:off x="10309225" y="6490715"/>
            <a:ext cx="1193165" cy="158750"/>
            <a:chOff x="10309225" y="6490715"/>
            <a:chExt cx="1193165" cy="158750"/>
          </a:xfrm>
        </p:grpSpPr>
        <p:pic>
          <p:nvPicPr>
            <p:cNvPr id="82" name="object 82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1278869" y="6515336"/>
              <a:ext cx="223098" cy="1138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2563495" cy="228600"/>
            <a:chOff x="960119" y="471169"/>
            <a:chExt cx="256349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985812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49122"/>
            <a:ext cx="3382010" cy="494030"/>
            <a:chOff x="685800" y="849122"/>
            <a:chExt cx="3382010" cy="4940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49122"/>
              <a:ext cx="1752981" cy="493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02433" y="849122"/>
              <a:ext cx="1051559" cy="4937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16250" y="849122"/>
              <a:ext cx="1051560" cy="4937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679450" y="1822450"/>
            <a:ext cx="3944620" cy="4310380"/>
            <a:chOff x="679450" y="1822450"/>
            <a:chExt cx="3944620" cy="4310380"/>
          </a:xfrm>
        </p:grpSpPr>
        <p:sp>
          <p:nvSpPr>
            <p:cNvPr id="12" name="object 12"/>
            <p:cNvSpPr/>
            <p:nvPr/>
          </p:nvSpPr>
          <p:spPr>
            <a:xfrm>
              <a:off x="685800" y="1828800"/>
              <a:ext cx="3931920" cy="4297680"/>
            </a:xfrm>
            <a:custGeom>
              <a:avLst/>
              <a:gdLst/>
              <a:ahLst/>
              <a:cxnLst/>
              <a:rect l="l" t="t" r="r" b="b"/>
              <a:pathLst>
                <a:path w="3931920" h="4297680">
                  <a:moveTo>
                    <a:pt x="3858767" y="0"/>
                  </a:moveTo>
                  <a:lnTo>
                    <a:pt x="73126" y="0"/>
                  </a:lnTo>
                  <a:lnTo>
                    <a:pt x="44662" y="5750"/>
                  </a:lnTo>
                  <a:lnTo>
                    <a:pt x="21418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4224553"/>
                  </a:lnTo>
                  <a:lnTo>
                    <a:pt x="5746" y="4253017"/>
                  </a:lnTo>
                  <a:lnTo>
                    <a:pt x="21418" y="4276261"/>
                  </a:lnTo>
                  <a:lnTo>
                    <a:pt x="44662" y="4291933"/>
                  </a:lnTo>
                  <a:lnTo>
                    <a:pt x="73126" y="4297680"/>
                  </a:lnTo>
                  <a:lnTo>
                    <a:pt x="3858767" y="4297680"/>
                  </a:lnTo>
                  <a:lnTo>
                    <a:pt x="3887235" y="4291933"/>
                  </a:lnTo>
                  <a:lnTo>
                    <a:pt x="3910488" y="4276261"/>
                  </a:lnTo>
                  <a:lnTo>
                    <a:pt x="3926169" y="4253017"/>
                  </a:lnTo>
                  <a:lnTo>
                    <a:pt x="3931920" y="4224553"/>
                  </a:lnTo>
                  <a:lnTo>
                    <a:pt x="3931920" y="73151"/>
                  </a:lnTo>
                  <a:lnTo>
                    <a:pt x="3926169" y="44684"/>
                  </a:lnTo>
                  <a:lnTo>
                    <a:pt x="3910488" y="21431"/>
                  </a:lnTo>
                  <a:lnTo>
                    <a:pt x="3887235" y="5750"/>
                  </a:lnTo>
                  <a:lnTo>
                    <a:pt x="3858767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800" y="1828800"/>
              <a:ext cx="3931920" cy="4297680"/>
            </a:xfrm>
            <a:custGeom>
              <a:avLst/>
              <a:gdLst/>
              <a:ahLst/>
              <a:cxnLst/>
              <a:rect l="l" t="t" r="r" b="b"/>
              <a:pathLst>
                <a:path w="3931920" h="4297680">
                  <a:moveTo>
                    <a:pt x="0" y="73151"/>
                  </a:moveTo>
                  <a:lnTo>
                    <a:pt x="5746" y="44684"/>
                  </a:lnTo>
                  <a:lnTo>
                    <a:pt x="21418" y="21431"/>
                  </a:lnTo>
                  <a:lnTo>
                    <a:pt x="44662" y="5750"/>
                  </a:lnTo>
                  <a:lnTo>
                    <a:pt x="73126" y="0"/>
                  </a:lnTo>
                  <a:lnTo>
                    <a:pt x="3858767" y="0"/>
                  </a:lnTo>
                  <a:lnTo>
                    <a:pt x="3887235" y="5750"/>
                  </a:lnTo>
                  <a:lnTo>
                    <a:pt x="3910488" y="21431"/>
                  </a:lnTo>
                  <a:lnTo>
                    <a:pt x="3926169" y="44684"/>
                  </a:lnTo>
                  <a:lnTo>
                    <a:pt x="3931920" y="73151"/>
                  </a:lnTo>
                  <a:lnTo>
                    <a:pt x="3931920" y="4224553"/>
                  </a:lnTo>
                  <a:lnTo>
                    <a:pt x="3926169" y="4253017"/>
                  </a:lnTo>
                  <a:lnTo>
                    <a:pt x="3910488" y="4276261"/>
                  </a:lnTo>
                  <a:lnTo>
                    <a:pt x="3887235" y="4291933"/>
                  </a:lnTo>
                  <a:lnTo>
                    <a:pt x="3858767" y="4297680"/>
                  </a:lnTo>
                  <a:lnTo>
                    <a:pt x="73126" y="4297680"/>
                  </a:lnTo>
                  <a:lnTo>
                    <a:pt x="44662" y="4291933"/>
                  </a:lnTo>
                  <a:lnTo>
                    <a:pt x="21418" y="4276261"/>
                  </a:lnTo>
                  <a:lnTo>
                    <a:pt x="5746" y="4253017"/>
                  </a:lnTo>
                  <a:lnTo>
                    <a:pt x="0" y="4224553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800" y="1828800"/>
              <a:ext cx="73660" cy="4297680"/>
            </a:xfrm>
            <a:custGeom>
              <a:avLst/>
              <a:gdLst/>
              <a:ahLst/>
              <a:cxnLst/>
              <a:rect l="l" t="t" r="r" b="b"/>
              <a:pathLst>
                <a:path w="73659" h="4297680">
                  <a:moveTo>
                    <a:pt x="73151" y="0"/>
                  </a:moveTo>
                  <a:lnTo>
                    <a:pt x="0" y="0"/>
                  </a:lnTo>
                  <a:lnTo>
                    <a:pt x="0" y="4297680"/>
                  </a:lnTo>
                  <a:lnTo>
                    <a:pt x="73151" y="4297680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5256" y="2019300"/>
              <a:ext cx="816102" cy="81610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96695" y="2084831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40" y="0"/>
                  </a:moveTo>
                  <a:lnTo>
                    <a:pt x="272745" y="3469"/>
                  </a:lnTo>
                  <a:lnTo>
                    <a:pt x="227606" y="13547"/>
                  </a:lnTo>
                  <a:lnTo>
                    <a:pt x="185116" y="29740"/>
                  </a:lnTo>
                  <a:lnTo>
                    <a:pt x="145772" y="51552"/>
                  </a:lnTo>
                  <a:lnTo>
                    <a:pt x="110068" y="78490"/>
                  </a:lnTo>
                  <a:lnTo>
                    <a:pt x="78498" y="110057"/>
                  </a:lnTo>
                  <a:lnTo>
                    <a:pt x="51559" y="145761"/>
                  </a:lnTo>
                  <a:lnTo>
                    <a:pt x="29744" y="185105"/>
                  </a:lnTo>
                  <a:lnTo>
                    <a:pt x="13549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9" y="412483"/>
                  </a:lnTo>
                  <a:lnTo>
                    <a:pt x="29744" y="454974"/>
                  </a:lnTo>
                  <a:lnTo>
                    <a:pt x="51559" y="494318"/>
                  </a:lnTo>
                  <a:lnTo>
                    <a:pt x="78498" y="530022"/>
                  </a:lnTo>
                  <a:lnTo>
                    <a:pt x="110068" y="561589"/>
                  </a:lnTo>
                  <a:lnTo>
                    <a:pt x="145772" y="588527"/>
                  </a:lnTo>
                  <a:lnTo>
                    <a:pt x="185116" y="610339"/>
                  </a:lnTo>
                  <a:lnTo>
                    <a:pt x="227606" y="626532"/>
                  </a:lnTo>
                  <a:lnTo>
                    <a:pt x="272745" y="636610"/>
                  </a:lnTo>
                  <a:lnTo>
                    <a:pt x="320040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preencode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9517" y="2257628"/>
              <a:ext cx="294436" cy="29443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6695" y="2825826"/>
              <a:ext cx="2067560" cy="35387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6695" y="3393313"/>
              <a:ext cx="585673" cy="2819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46530" y="3393313"/>
              <a:ext cx="888276" cy="2819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23769" y="3393313"/>
              <a:ext cx="1170432" cy="28193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58566" y="3393313"/>
              <a:ext cx="780694" cy="2819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03598" y="3393313"/>
              <a:ext cx="585215" cy="2819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93742" y="3393313"/>
              <a:ext cx="161544" cy="2819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96695" y="3716401"/>
              <a:ext cx="585673" cy="28193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46530" y="3716401"/>
              <a:ext cx="585216" cy="2819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36674" y="3716401"/>
              <a:ext cx="161544" cy="2819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17446" y="3716401"/>
              <a:ext cx="585216" cy="2819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367026" y="3716401"/>
              <a:ext cx="585215" cy="2819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16605" y="3716401"/>
              <a:ext cx="780288" cy="2819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61257" y="3716401"/>
              <a:ext cx="780694" cy="2819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96695" y="4038345"/>
              <a:ext cx="585673" cy="2819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46530" y="4038345"/>
              <a:ext cx="585216" cy="28193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96110" y="4038345"/>
              <a:ext cx="585215" cy="2819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344166" y="4038345"/>
              <a:ext cx="585216" cy="2819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793745" y="4038345"/>
              <a:ext cx="585216" cy="2819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96695" y="4359910"/>
              <a:ext cx="585673" cy="2819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46530" y="4359910"/>
              <a:ext cx="585216" cy="28193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896110" y="4359910"/>
              <a:ext cx="585215" cy="2819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344166" y="4359910"/>
              <a:ext cx="585216" cy="28193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793745" y="4359910"/>
              <a:ext cx="780287" cy="28193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438398" y="4359910"/>
              <a:ext cx="585673" cy="28193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96695" y="4681473"/>
              <a:ext cx="780694" cy="28193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641602" y="4681473"/>
              <a:ext cx="585215" cy="28193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96695" y="5218810"/>
              <a:ext cx="280416" cy="20269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61287" y="5218810"/>
              <a:ext cx="561238" cy="20269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623313" y="5218810"/>
              <a:ext cx="420624" cy="20269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946402" y="5218810"/>
              <a:ext cx="1004201" cy="20269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96695" y="5471769"/>
              <a:ext cx="280416" cy="20269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61287" y="5470245"/>
              <a:ext cx="421081" cy="20269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83105" y="5470245"/>
              <a:ext cx="420624" cy="20269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806194" y="5470245"/>
              <a:ext cx="738289" cy="20269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96695" y="5721705"/>
              <a:ext cx="280416" cy="20269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61287" y="5721705"/>
              <a:ext cx="421081" cy="20269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483105" y="5721705"/>
              <a:ext cx="420624" cy="20269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806194" y="5721705"/>
              <a:ext cx="1247343" cy="202692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4821920" y="1784537"/>
            <a:ext cx="6744970" cy="4431665"/>
            <a:chOff x="4821920" y="1784537"/>
            <a:chExt cx="6744970" cy="4431665"/>
          </a:xfrm>
        </p:grpSpPr>
        <p:pic>
          <p:nvPicPr>
            <p:cNvPr id="58" name="object 5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821920" y="1784537"/>
              <a:ext cx="6744492" cy="443118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892040" y="1828800"/>
              <a:ext cx="6611620" cy="4297680"/>
            </a:xfrm>
            <a:custGeom>
              <a:avLst/>
              <a:gdLst/>
              <a:ahLst/>
              <a:cxnLst/>
              <a:rect l="l" t="t" r="r" b="b"/>
              <a:pathLst>
                <a:path w="6611620" h="4297680">
                  <a:moveTo>
                    <a:pt x="653795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224528"/>
                  </a:lnTo>
                  <a:lnTo>
                    <a:pt x="5750" y="4253001"/>
                  </a:lnTo>
                  <a:lnTo>
                    <a:pt x="21431" y="4276253"/>
                  </a:lnTo>
                  <a:lnTo>
                    <a:pt x="44684" y="4291931"/>
                  </a:lnTo>
                  <a:lnTo>
                    <a:pt x="73151" y="4297680"/>
                  </a:lnTo>
                  <a:lnTo>
                    <a:pt x="6537959" y="4297680"/>
                  </a:lnTo>
                  <a:lnTo>
                    <a:pt x="6566427" y="4291931"/>
                  </a:lnTo>
                  <a:lnTo>
                    <a:pt x="6589680" y="4276253"/>
                  </a:lnTo>
                  <a:lnTo>
                    <a:pt x="6605361" y="4253001"/>
                  </a:lnTo>
                  <a:lnTo>
                    <a:pt x="6611111" y="4224528"/>
                  </a:lnTo>
                  <a:lnTo>
                    <a:pt x="6611111" y="73151"/>
                  </a:lnTo>
                  <a:lnTo>
                    <a:pt x="6605361" y="44684"/>
                  </a:lnTo>
                  <a:lnTo>
                    <a:pt x="6589680" y="21431"/>
                  </a:lnTo>
                  <a:lnTo>
                    <a:pt x="6566427" y="5750"/>
                  </a:lnTo>
                  <a:lnTo>
                    <a:pt x="65379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892040" y="1828800"/>
              <a:ext cx="6611620" cy="4297680"/>
            </a:xfrm>
            <a:custGeom>
              <a:avLst/>
              <a:gdLst/>
              <a:ahLst/>
              <a:cxnLst/>
              <a:rect l="l" t="t" r="r" b="b"/>
              <a:pathLst>
                <a:path w="6611620" h="429768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6537959" y="0"/>
                  </a:lnTo>
                  <a:lnTo>
                    <a:pt x="6566427" y="5750"/>
                  </a:lnTo>
                  <a:lnTo>
                    <a:pt x="6589680" y="21431"/>
                  </a:lnTo>
                  <a:lnTo>
                    <a:pt x="6605361" y="44684"/>
                  </a:lnTo>
                  <a:lnTo>
                    <a:pt x="6611111" y="73151"/>
                  </a:lnTo>
                  <a:lnTo>
                    <a:pt x="6611111" y="4224528"/>
                  </a:lnTo>
                  <a:lnTo>
                    <a:pt x="6605361" y="4253001"/>
                  </a:lnTo>
                  <a:lnTo>
                    <a:pt x="6589680" y="4276253"/>
                  </a:lnTo>
                  <a:lnTo>
                    <a:pt x="6566427" y="4291931"/>
                  </a:lnTo>
                  <a:lnTo>
                    <a:pt x="6537959" y="4297680"/>
                  </a:lnTo>
                  <a:lnTo>
                    <a:pt x="73151" y="4297680"/>
                  </a:lnTo>
                  <a:lnTo>
                    <a:pt x="44684" y="4291931"/>
                  </a:lnTo>
                  <a:lnTo>
                    <a:pt x="21431" y="4276253"/>
                  </a:lnTo>
                  <a:lnTo>
                    <a:pt x="5750" y="4253001"/>
                  </a:lnTo>
                  <a:lnTo>
                    <a:pt x="0" y="42245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 descr="assets/dataset.png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074920" y="2109990"/>
              <a:ext cx="6245352" cy="3735324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63" name="object 6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70" name="object 7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136265" cy="228600"/>
            <a:chOff x="960119" y="471169"/>
            <a:chExt cx="313626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1558163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88746"/>
            <a:ext cx="2603500" cy="424180"/>
            <a:chOff x="685800" y="888746"/>
            <a:chExt cx="2603500" cy="42418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88746"/>
              <a:ext cx="901141" cy="4236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569" y="888746"/>
              <a:ext cx="1200912" cy="4236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8361" y="888746"/>
              <a:ext cx="900684" cy="423672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75177" y="906526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091B39"/>
                </a:solidFill>
                <a:latin typeface="Arial"/>
                <a:cs typeface="Arial"/>
              </a:rPr>
              <a:t>—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490214" y="888746"/>
            <a:ext cx="2926715" cy="424180"/>
            <a:chOff x="3490214" y="888746"/>
            <a:chExt cx="2926715" cy="42418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90214" y="888746"/>
              <a:ext cx="1201318" cy="4236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91863" y="888746"/>
              <a:ext cx="484632" cy="4236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14951" y="888746"/>
              <a:ext cx="900684" cy="4236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15991" y="888746"/>
              <a:ext cx="900684" cy="423672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615681" y="1784537"/>
            <a:ext cx="6991984" cy="4431665"/>
            <a:chOff x="615681" y="1784537"/>
            <a:chExt cx="6991984" cy="4431665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5681" y="1784537"/>
              <a:ext cx="6991379" cy="44311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85799" y="1828800"/>
              <a:ext cx="6858000" cy="4297680"/>
            </a:xfrm>
            <a:custGeom>
              <a:avLst/>
              <a:gdLst/>
              <a:ahLst/>
              <a:cxnLst/>
              <a:rect l="l" t="t" r="r" b="b"/>
              <a:pathLst>
                <a:path w="6858000" h="4297680">
                  <a:moveTo>
                    <a:pt x="678484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224528"/>
                  </a:lnTo>
                  <a:lnTo>
                    <a:pt x="5748" y="4253001"/>
                  </a:lnTo>
                  <a:lnTo>
                    <a:pt x="21426" y="4276253"/>
                  </a:lnTo>
                  <a:lnTo>
                    <a:pt x="44678" y="4291931"/>
                  </a:lnTo>
                  <a:lnTo>
                    <a:pt x="73151" y="4297680"/>
                  </a:lnTo>
                  <a:lnTo>
                    <a:pt x="6784848" y="4297680"/>
                  </a:lnTo>
                  <a:lnTo>
                    <a:pt x="6813315" y="4291931"/>
                  </a:lnTo>
                  <a:lnTo>
                    <a:pt x="6836568" y="4276253"/>
                  </a:lnTo>
                  <a:lnTo>
                    <a:pt x="6852249" y="4253001"/>
                  </a:lnTo>
                  <a:lnTo>
                    <a:pt x="6858000" y="4224528"/>
                  </a:lnTo>
                  <a:lnTo>
                    <a:pt x="6858000" y="73151"/>
                  </a:lnTo>
                  <a:lnTo>
                    <a:pt x="6852249" y="44684"/>
                  </a:lnTo>
                  <a:lnTo>
                    <a:pt x="6836568" y="21431"/>
                  </a:lnTo>
                  <a:lnTo>
                    <a:pt x="6813315" y="5750"/>
                  </a:lnTo>
                  <a:lnTo>
                    <a:pt x="6784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5799" y="1828800"/>
              <a:ext cx="6858000" cy="4297680"/>
            </a:xfrm>
            <a:custGeom>
              <a:avLst/>
              <a:gdLst/>
              <a:ahLst/>
              <a:cxnLst/>
              <a:rect l="l" t="t" r="r" b="b"/>
              <a:pathLst>
                <a:path w="6858000" h="429768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6784848" y="0"/>
                  </a:lnTo>
                  <a:lnTo>
                    <a:pt x="6813315" y="5750"/>
                  </a:lnTo>
                  <a:lnTo>
                    <a:pt x="6836568" y="21431"/>
                  </a:lnTo>
                  <a:lnTo>
                    <a:pt x="6852249" y="44684"/>
                  </a:lnTo>
                  <a:lnTo>
                    <a:pt x="6858000" y="73151"/>
                  </a:lnTo>
                  <a:lnTo>
                    <a:pt x="6858000" y="4224528"/>
                  </a:lnTo>
                  <a:lnTo>
                    <a:pt x="6852249" y="4253001"/>
                  </a:lnTo>
                  <a:lnTo>
                    <a:pt x="6836568" y="4276253"/>
                  </a:lnTo>
                  <a:lnTo>
                    <a:pt x="6813315" y="4291931"/>
                  </a:lnTo>
                  <a:lnTo>
                    <a:pt x="6784848" y="4297680"/>
                  </a:lnTo>
                  <a:lnTo>
                    <a:pt x="73151" y="4297680"/>
                  </a:lnTo>
                  <a:lnTo>
                    <a:pt x="44678" y="4291931"/>
                  </a:lnTo>
                  <a:lnTo>
                    <a:pt x="21426" y="4276253"/>
                  </a:lnTo>
                  <a:lnTo>
                    <a:pt x="5748" y="4253001"/>
                  </a:lnTo>
                  <a:lnTo>
                    <a:pt x="0" y="42245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 descr="assets/chart_pc_acc.png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8679" y="2068106"/>
              <a:ext cx="6492240" cy="3819016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766304" y="1787516"/>
            <a:ext cx="3827779" cy="4345940"/>
            <a:chOff x="7766304" y="1787516"/>
            <a:chExt cx="3827779" cy="4345940"/>
          </a:xfrm>
        </p:grpSpPr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84448" y="1787516"/>
              <a:ext cx="3788951" cy="156694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863840" y="1828799"/>
              <a:ext cx="3639820" cy="1417320"/>
            </a:xfrm>
            <a:custGeom>
              <a:avLst/>
              <a:gdLst/>
              <a:ahLst/>
              <a:cxnLst/>
              <a:rect l="l" t="t" r="r" b="b"/>
              <a:pathLst>
                <a:path w="3639820" h="1417320">
                  <a:moveTo>
                    <a:pt x="3557015" y="0"/>
                  </a:moveTo>
                  <a:lnTo>
                    <a:pt x="82295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1335024"/>
                  </a:lnTo>
                  <a:lnTo>
                    <a:pt x="6465" y="1367063"/>
                  </a:lnTo>
                  <a:lnTo>
                    <a:pt x="24098" y="1393221"/>
                  </a:lnTo>
                  <a:lnTo>
                    <a:pt x="50256" y="1410854"/>
                  </a:lnTo>
                  <a:lnTo>
                    <a:pt x="82295" y="1417320"/>
                  </a:lnTo>
                  <a:lnTo>
                    <a:pt x="3557015" y="1417320"/>
                  </a:lnTo>
                  <a:lnTo>
                    <a:pt x="3589055" y="1410854"/>
                  </a:lnTo>
                  <a:lnTo>
                    <a:pt x="3615213" y="1393221"/>
                  </a:lnTo>
                  <a:lnTo>
                    <a:pt x="3632846" y="1367063"/>
                  </a:lnTo>
                  <a:lnTo>
                    <a:pt x="3639311" y="1335024"/>
                  </a:lnTo>
                  <a:lnTo>
                    <a:pt x="3639311" y="82296"/>
                  </a:lnTo>
                  <a:lnTo>
                    <a:pt x="3632846" y="50256"/>
                  </a:lnTo>
                  <a:lnTo>
                    <a:pt x="3615213" y="24098"/>
                  </a:lnTo>
                  <a:lnTo>
                    <a:pt x="3589055" y="6465"/>
                  </a:lnTo>
                  <a:lnTo>
                    <a:pt x="3557015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093329" y="1952828"/>
              <a:ext cx="1507236" cy="7775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79966" y="2262250"/>
              <a:ext cx="493775" cy="38709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093329" y="2763011"/>
              <a:ext cx="609600" cy="2194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608613" y="2795239"/>
              <a:ext cx="38636" cy="15960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651113" y="2763011"/>
              <a:ext cx="457657" cy="21945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003538" y="2763011"/>
              <a:ext cx="457200" cy="2194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312974" y="2795239"/>
              <a:ext cx="38636" cy="15960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102510" y="3045586"/>
              <a:ext cx="133133" cy="990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279257" y="3005962"/>
              <a:ext cx="365759" cy="1752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559673" y="3033394"/>
              <a:ext cx="59621" cy="12496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657590" y="3005962"/>
              <a:ext cx="365759" cy="1752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938006" y="3005962"/>
              <a:ext cx="426720" cy="1752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766304" y="3329939"/>
              <a:ext cx="3827526" cy="160553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863840" y="3401567"/>
              <a:ext cx="3639820" cy="1417320"/>
            </a:xfrm>
            <a:custGeom>
              <a:avLst/>
              <a:gdLst/>
              <a:ahLst/>
              <a:cxnLst/>
              <a:rect l="l" t="t" r="r" b="b"/>
              <a:pathLst>
                <a:path w="3639820" h="1417320">
                  <a:moveTo>
                    <a:pt x="3557015" y="0"/>
                  </a:moveTo>
                  <a:lnTo>
                    <a:pt x="82295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1335024"/>
                  </a:lnTo>
                  <a:lnTo>
                    <a:pt x="6465" y="1367063"/>
                  </a:lnTo>
                  <a:lnTo>
                    <a:pt x="24098" y="1393221"/>
                  </a:lnTo>
                  <a:lnTo>
                    <a:pt x="50256" y="1410854"/>
                  </a:lnTo>
                  <a:lnTo>
                    <a:pt x="82295" y="1417320"/>
                  </a:lnTo>
                  <a:lnTo>
                    <a:pt x="3557015" y="1417320"/>
                  </a:lnTo>
                  <a:lnTo>
                    <a:pt x="3589055" y="1410854"/>
                  </a:lnTo>
                  <a:lnTo>
                    <a:pt x="3615213" y="1393221"/>
                  </a:lnTo>
                  <a:lnTo>
                    <a:pt x="3632846" y="1367063"/>
                  </a:lnTo>
                  <a:lnTo>
                    <a:pt x="3639311" y="1335024"/>
                  </a:lnTo>
                  <a:lnTo>
                    <a:pt x="3639311" y="82296"/>
                  </a:lnTo>
                  <a:lnTo>
                    <a:pt x="3632846" y="50256"/>
                  </a:lnTo>
                  <a:lnTo>
                    <a:pt x="3615213" y="24098"/>
                  </a:lnTo>
                  <a:lnTo>
                    <a:pt x="3589055" y="6465"/>
                  </a:lnTo>
                  <a:lnTo>
                    <a:pt x="3557015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863840" y="3401567"/>
              <a:ext cx="3639820" cy="1417320"/>
            </a:xfrm>
            <a:custGeom>
              <a:avLst/>
              <a:gdLst/>
              <a:ahLst/>
              <a:cxnLst/>
              <a:rect l="l" t="t" r="r" b="b"/>
              <a:pathLst>
                <a:path w="3639820" h="1417320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5" y="0"/>
                  </a:lnTo>
                  <a:lnTo>
                    <a:pt x="3557015" y="0"/>
                  </a:lnTo>
                  <a:lnTo>
                    <a:pt x="3589055" y="6465"/>
                  </a:lnTo>
                  <a:lnTo>
                    <a:pt x="3615213" y="24098"/>
                  </a:lnTo>
                  <a:lnTo>
                    <a:pt x="3632846" y="50256"/>
                  </a:lnTo>
                  <a:lnTo>
                    <a:pt x="3639311" y="82296"/>
                  </a:lnTo>
                  <a:lnTo>
                    <a:pt x="3639311" y="1335024"/>
                  </a:lnTo>
                  <a:lnTo>
                    <a:pt x="3632846" y="1367063"/>
                  </a:lnTo>
                  <a:lnTo>
                    <a:pt x="3615213" y="1393221"/>
                  </a:lnTo>
                  <a:lnTo>
                    <a:pt x="3589055" y="1410854"/>
                  </a:lnTo>
                  <a:lnTo>
                    <a:pt x="3557015" y="1417320"/>
                  </a:lnTo>
                  <a:lnTo>
                    <a:pt x="82295" y="1417320"/>
                  </a:lnTo>
                  <a:lnTo>
                    <a:pt x="50256" y="1410854"/>
                  </a:lnTo>
                  <a:lnTo>
                    <a:pt x="24098" y="1393221"/>
                  </a:lnTo>
                  <a:lnTo>
                    <a:pt x="6465" y="1367063"/>
                  </a:lnTo>
                  <a:lnTo>
                    <a:pt x="0" y="1335024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093329" y="3525596"/>
              <a:ext cx="1838325" cy="7775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690862" y="3835272"/>
              <a:ext cx="603503" cy="38709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093329" y="4336033"/>
              <a:ext cx="457200" cy="21945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443849" y="4336033"/>
              <a:ext cx="457657" cy="21945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794750" y="4336033"/>
              <a:ext cx="457200" cy="21945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102510" y="4618989"/>
              <a:ext cx="133133" cy="9906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279257" y="4579366"/>
              <a:ext cx="365759" cy="1752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559673" y="4579366"/>
              <a:ext cx="427100" cy="17526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863840" y="4974335"/>
              <a:ext cx="3639820" cy="1152525"/>
            </a:xfrm>
            <a:custGeom>
              <a:avLst/>
              <a:gdLst/>
              <a:ahLst/>
              <a:cxnLst/>
              <a:rect l="l" t="t" r="r" b="b"/>
              <a:pathLst>
                <a:path w="3639820" h="1152525">
                  <a:moveTo>
                    <a:pt x="3557015" y="0"/>
                  </a:moveTo>
                  <a:lnTo>
                    <a:pt x="82295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069848"/>
                  </a:lnTo>
                  <a:lnTo>
                    <a:pt x="6465" y="1101882"/>
                  </a:lnTo>
                  <a:lnTo>
                    <a:pt x="24098" y="1128040"/>
                  </a:lnTo>
                  <a:lnTo>
                    <a:pt x="50256" y="1145677"/>
                  </a:lnTo>
                  <a:lnTo>
                    <a:pt x="82295" y="1152144"/>
                  </a:lnTo>
                  <a:lnTo>
                    <a:pt x="3557015" y="1152144"/>
                  </a:lnTo>
                  <a:lnTo>
                    <a:pt x="3589055" y="1145677"/>
                  </a:lnTo>
                  <a:lnTo>
                    <a:pt x="3615213" y="1128040"/>
                  </a:lnTo>
                  <a:lnTo>
                    <a:pt x="3632846" y="1101882"/>
                  </a:lnTo>
                  <a:lnTo>
                    <a:pt x="3639311" y="1069848"/>
                  </a:lnTo>
                  <a:lnTo>
                    <a:pt x="3639311" y="82295"/>
                  </a:lnTo>
                  <a:lnTo>
                    <a:pt x="3632846" y="50256"/>
                  </a:lnTo>
                  <a:lnTo>
                    <a:pt x="3615213" y="24098"/>
                  </a:lnTo>
                  <a:lnTo>
                    <a:pt x="3589055" y="6465"/>
                  </a:lnTo>
                  <a:lnTo>
                    <a:pt x="3557015" y="0"/>
                  </a:lnTo>
                  <a:close/>
                </a:path>
              </a:pathLst>
            </a:custGeom>
            <a:solidFill>
              <a:srgbClr val="FAED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863840" y="4974335"/>
              <a:ext cx="3639820" cy="1152525"/>
            </a:xfrm>
            <a:custGeom>
              <a:avLst/>
              <a:gdLst/>
              <a:ahLst/>
              <a:cxnLst/>
              <a:rect l="l" t="t" r="r" b="b"/>
              <a:pathLst>
                <a:path w="3639820" h="1152525">
                  <a:moveTo>
                    <a:pt x="0" y="82295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5" y="0"/>
                  </a:lnTo>
                  <a:lnTo>
                    <a:pt x="3557015" y="0"/>
                  </a:lnTo>
                  <a:lnTo>
                    <a:pt x="3589055" y="6465"/>
                  </a:lnTo>
                  <a:lnTo>
                    <a:pt x="3615213" y="24098"/>
                  </a:lnTo>
                  <a:lnTo>
                    <a:pt x="3632846" y="50256"/>
                  </a:lnTo>
                  <a:lnTo>
                    <a:pt x="3639311" y="82295"/>
                  </a:lnTo>
                  <a:lnTo>
                    <a:pt x="3639311" y="1069848"/>
                  </a:lnTo>
                  <a:lnTo>
                    <a:pt x="3632846" y="1101882"/>
                  </a:lnTo>
                  <a:lnTo>
                    <a:pt x="3615213" y="1128040"/>
                  </a:lnTo>
                  <a:lnTo>
                    <a:pt x="3589055" y="1145677"/>
                  </a:lnTo>
                  <a:lnTo>
                    <a:pt x="3557015" y="1152144"/>
                  </a:lnTo>
                  <a:lnTo>
                    <a:pt x="82295" y="1152144"/>
                  </a:lnTo>
                  <a:lnTo>
                    <a:pt x="50256" y="1145677"/>
                  </a:lnTo>
                  <a:lnTo>
                    <a:pt x="24098" y="1128040"/>
                  </a:lnTo>
                  <a:lnTo>
                    <a:pt x="6465" y="1101882"/>
                  </a:lnTo>
                  <a:lnTo>
                    <a:pt x="0" y="1069848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EFD9B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65008" y="5138927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024" y="0"/>
                  </a:moveTo>
                  <a:lnTo>
                    <a:pt x="147996" y="5071"/>
                  </a:lnTo>
                  <a:lnTo>
                    <a:pt x="107579" y="19518"/>
                  </a:lnTo>
                  <a:lnTo>
                    <a:pt x="71925" y="42187"/>
                  </a:lnTo>
                  <a:lnTo>
                    <a:pt x="42187" y="71925"/>
                  </a:lnTo>
                  <a:lnTo>
                    <a:pt x="19518" y="107579"/>
                  </a:lnTo>
                  <a:lnTo>
                    <a:pt x="5071" y="147996"/>
                  </a:lnTo>
                  <a:lnTo>
                    <a:pt x="0" y="192024"/>
                  </a:lnTo>
                  <a:lnTo>
                    <a:pt x="5071" y="236051"/>
                  </a:lnTo>
                  <a:lnTo>
                    <a:pt x="19518" y="276468"/>
                  </a:lnTo>
                  <a:lnTo>
                    <a:pt x="42187" y="312122"/>
                  </a:lnTo>
                  <a:lnTo>
                    <a:pt x="71925" y="341860"/>
                  </a:lnTo>
                  <a:lnTo>
                    <a:pt x="107579" y="364529"/>
                  </a:lnTo>
                  <a:lnTo>
                    <a:pt x="147996" y="378976"/>
                  </a:lnTo>
                  <a:lnTo>
                    <a:pt x="192024" y="384048"/>
                  </a:lnTo>
                  <a:lnTo>
                    <a:pt x="236051" y="378976"/>
                  </a:lnTo>
                  <a:lnTo>
                    <a:pt x="276468" y="364529"/>
                  </a:lnTo>
                  <a:lnTo>
                    <a:pt x="312122" y="341860"/>
                  </a:lnTo>
                  <a:lnTo>
                    <a:pt x="341860" y="312122"/>
                  </a:lnTo>
                  <a:lnTo>
                    <a:pt x="364529" y="276468"/>
                  </a:lnTo>
                  <a:lnTo>
                    <a:pt x="378976" y="236051"/>
                  </a:lnTo>
                  <a:lnTo>
                    <a:pt x="384048" y="192024"/>
                  </a:lnTo>
                  <a:lnTo>
                    <a:pt x="378976" y="147996"/>
                  </a:lnTo>
                  <a:lnTo>
                    <a:pt x="364529" y="107579"/>
                  </a:lnTo>
                  <a:lnTo>
                    <a:pt x="341860" y="71925"/>
                  </a:lnTo>
                  <a:lnTo>
                    <a:pt x="312122" y="42187"/>
                  </a:lnTo>
                  <a:lnTo>
                    <a:pt x="276468" y="19518"/>
                  </a:lnTo>
                  <a:lnTo>
                    <a:pt x="236051" y="5071"/>
                  </a:lnTo>
                  <a:lnTo>
                    <a:pt x="192024" y="0"/>
                  </a:lnTo>
                  <a:close/>
                </a:path>
              </a:pathLst>
            </a:custGeom>
            <a:solidFill>
              <a:srgbClr val="D987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 descr="preencoded.png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168640" y="5251984"/>
              <a:ext cx="176656" cy="15806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559673" y="5149925"/>
              <a:ext cx="967231" cy="28224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430258" y="5149925"/>
              <a:ext cx="585216" cy="28224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065897" y="5564733"/>
              <a:ext cx="727887" cy="18623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727694" y="5564733"/>
              <a:ext cx="384048" cy="18623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023350" y="5564733"/>
              <a:ext cx="512064" cy="18623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447022" y="5564733"/>
              <a:ext cx="520953" cy="18623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893554" y="5564733"/>
              <a:ext cx="640079" cy="18623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445242" y="5564733"/>
              <a:ext cx="384048" cy="186232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713543" y="5692959"/>
              <a:ext cx="15336" cy="3510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782046" y="5564733"/>
              <a:ext cx="512064" cy="18623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218164" y="5598316"/>
              <a:ext cx="97535" cy="12059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078089" y="5790894"/>
              <a:ext cx="114300" cy="123443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232013" y="5757367"/>
              <a:ext cx="512064" cy="18592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8656066" y="5757367"/>
              <a:ext cx="512064" cy="18592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081262" y="5757367"/>
              <a:ext cx="384048" cy="185928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68" name="object 6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10315320" y="6490715"/>
            <a:ext cx="1186815" cy="158750"/>
            <a:chOff x="10315320" y="6490715"/>
            <a:chExt cx="1186815" cy="158750"/>
          </a:xfrm>
        </p:grpSpPr>
        <p:pic>
          <p:nvPicPr>
            <p:cNvPr id="75" name="object 7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0315320" y="6490715"/>
              <a:ext cx="329183" cy="158496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568304" y="6490715"/>
              <a:ext cx="748741" cy="15849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1278869" y="6515336"/>
              <a:ext cx="223098" cy="1138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179445" cy="228600"/>
            <a:chOff x="960119" y="471169"/>
            <a:chExt cx="317944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1601851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68933"/>
            <a:ext cx="3966845" cy="459105"/>
            <a:chOff x="685800" y="868933"/>
            <a:chExt cx="3966845" cy="45910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68933"/>
              <a:ext cx="978865" cy="458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1958" y="868933"/>
              <a:ext cx="652272" cy="458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1725" y="868933"/>
              <a:ext cx="978408" cy="458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629" y="868933"/>
              <a:ext cx="1631061" cy="458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34663" y="868933"/>
              <a:ext cx="617727" cy="45872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5631" y="1830162"/>
            <a:ext cx="5419090" cy="2127250"/>
            <a:chOff x="615631" y="1830162"/>
            <a:chExt cx="5419090" cy="2127250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631" y="1830162"/>
              <a:ext cx="5418711" cy="212706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5799" y="1874520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521208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920239"/>
                  </a:lnTo>
                  <a:lnTo>
                    <a:pt x="5748" y="1948707"/>
                  </a:lnTo>
                  <a:lnTo>
                    <a:pt x="21426" y="1971960"/>
                  </a:lnTo>
                  <a:lnTo>
                    <a:pt x="44678" y="1987641"/>
                  </a:lnTo>
                  <a:lnTo>
                    <a:pt x="73151" y="1993391"/>
                  </a:lnTo>
                  <a:lnTo>
                    <a:pt x="5212080" y="1993391"/>
                  </a:lnTo>
                  <a:lnTo>
                    <a:pt x="5240547" y="1987641"/>
                  </a:lnTo>
                  <a:lnTo>
                    <a:pt x="5263800" y="1971960"/>
                  </a:lnTo>
                  <a:lnTo>
                    <a:pt x="5279481" y="1948707"/>
                  </a:lnTo>
                  <a:lnTo>
                    <a:pt x="5285232" y="1920239"/>
                  </a:lnTo>
                  <a:lnTo>
                    <a:pt x="5285232" y="73151"/>
                  </a:lnTo>
                  <a:lnTo>
                    <a:pt x="5279481" y="44684"/>
                  </a:lnTo>
                  <a:lnTo>
                    <a:pt x="5263800" y="21431"/>
                  </a:lnTo>
                  <a:lnTo>
                    <a:pt x="5240547" y="5750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799" y="1874520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212080" y="0"/>
                  </a:lnTo>
                  <a:lnTo>
                    <a:pt x="5240547" y="5750"/>
                  </a:lnTo>
                  <a:lnTo>
                    <a:pt x="5263800" y="21431"/>
                  </a:lnTo>
                  <a:lnTo>
                    <a:pt x="5279481" y="44684"/>
                  </a:lnTo>
                  <a:lnTo>
                    <a:pt x="5285232" y="73151"/>
                  </a:lnTo>
                  <a:lnTo>
                    <a:pt x="5285232" y="1920239"/>
                  </a:lnTo>
                  <a:lnTo>
                    <a:pt x="5279481" y="1948707"/>
                  </a:lnTo>
                  <a:lnTo>
                    <a:pt x="5263800" y="1971960"/>
                  </a:lnTo>
                  <a:lnTo>
                    <a:pt x="5240547" y="1987641"/>
                  </a:lnTo>
                  <a:lnTo>
                    <a:pt x="5212080" y="1993391"/>
                  </a:lnTo>
                  <a:lnTo>
                    <a:pt x="73151" y="1993391"/>
                  </a:lnTo>
                  <a:lnTo>
                    <a:pt x="44678" y="1987641"/>
                  </a:lnTo>
                  <a:lnTo>
                    <a:pt x="21426" y="1971960"/>
                  </a:lnTo>
                  <a:lnTo>
                    <a:pt x="5748" y="1948707"/>
                  </a:lnTo>
                  <a:lnTo>
                    <a:pt x="0" y="1920239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799" y="1874520"/>
              <a:ext cx="73660" cy="1993900"/>
            </a:xfrm>
            <a:custGeom>
              <a:avLst/>
              <a:gdLst/>
              <a:ahLst/>
              <a:cxnLst/>
              <a:rect l="l" t="t" r="r" b="b"/>
              <a:pathLst>
                <a:path w="73659" h="1993900">
                  <a:moveTo>
                    <a:pt x="73151" y="0"/>
                  </a:moveTo>
                  <a:lnTo>
                    <a:pt x="0" y="0"/>
                  </a:lnTo>
                  <a:lnTo>
                    <a:pt x="0" y="1993391"/>
                  </a:lnTo>
                  <a:lnTo>
                    <a:pt x="73151" y="1993391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0119" y="2112264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4">
                  <a:moveTo>
                    <a:pt x="256032" y="0"/>
                  </a:moveTo>
                  <a:lnTo>
                    <a:pt x="210010" y="4126"/>
                  </a:lnTo>
                  <a:lnTo>
                    <a:pt x="166694" y="16023"/>
                  </a:lnTo>
                  <a:lnTo>
                    <a:pt x="126808" y="34967"/>
                  </a:lnTo>
                  <a:lnTo>
                    <a:pt x="91074" y="60232"/>
                  </a:lnTo>
                  <a:lnTo>
                    <a:pt x="60215" y="91095"/>
                  </a:lnTo>
                  <a:lnTo>
                    <a:pt x="34956" y="126830"/>
                  </a:lnTo>
                  <a:lnTo>
                    <a:pt x="16018" y="166714"/>
                  </a:lnTo>
                  <a:lnTo>
                    <a:pt x="4125" y="210023"/>
                  </a:lnTo>
                  <a:lnTo>
                    <a:pt x="0" y="256032"/>
                  </a:lnTo>
                  <a:lnTo>
                    <a:pt x="4125" y="302040"/>
                  </a:lnTo>
                  <a:lnTo>
                    <a:pt x="16018" y="345349"/>
                  </a:lnTo>
                  <a:lnTo>
                    <a:pt x="34956" y="385233"/>
                  </a:lnTo>
                  <a:lnTo>
                    <a:pt x="60215" y="420968"/>
                  </a:lnTo>
                  <a:lnTo>
                    <a:pt x="91074" y="451831"/>
                  </a:lnTo>
                  <a:lnTo>
                    <a:pt x="126808" y="477096"/>
                  </a:lnTo>
                  <a:lnTo>
                    <a:pt x="166694" y="496040"/>
                  </a:lnTo>
                  <a:lnTo>
                    <a:pt x="210010" y="507937"/>
                  </a:lnTo>
                  <a:lnTo>
                    <a:pt x="256032" y="512063"/>
                  </a:lnTo>
                  <a:lnTo>
                    <a:pt x="302040" y="507937"/>
                  </a:lnTo>
                  <a:lnTo>
                    <a:pt x="345349" y="496040"/>
                  </a:lnTo>
                  <a:lnTo>
                    <a:pt x="385233" y="477096"/>
                  </a:lnTo>
                  <a:lnTo>
                    <a:pt x="420968" y="451831"/>
                  </a:lnTo>
                  <a:lnTo>
                    <a:pt x="451831" y="420968"/>
                  </a:lnTo>
                  <a:lnTo>
                    <a:pt x="477096" y="385233"/>
                  </a:lnTo>
                  <a:lnTo>
                    <a:pt x="496040" y="345349"/>
                  </a:lnTo>
                  <a:lnTo>
                    <a:pt x="507937" y="302040"/>
                  </a:lnTo>
                  <a:lnTo>
                    <a:pt x="512064" y="256032"/>
                  </a:lnTo>
                  <a:lnTo>
                    <a:pt x="507937" y="210023"/>
                  </a:lnTo>
                  <a:lnTo>
                    <a:pt x="496040" y="166714"/>
                  </a:lnTo>
                  <a:lnTo>
                    <a:pt x="477096" y="126830"/>
                  </a:lnTo>
                  <a:lnTo>
                    <a:pt x="451831" y="91095"/>
                  </a:lnTo>
                  <a:lnTo>
                    <a:pt x="420968" y="60232"/>
                  </a:lnTo>
                  <a:lnTo>
                    <a:pt x="385233" y="34967"/>
                  </a:lnTo>
                  <a:lnTo>
                    <a:pt x="345349" y="16023"/>
                  </a:lnTo>
                  <a:lnTo>
                    <a:pt x="302040" y="4126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preencoded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8372" y="2250478"/>
              <a:ext cx="235546" cy="2355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453" y="2198243"/>
              <a:ext cx="658368" cy="3169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06422" y="2198243"/>
              <a:ext cx="877824" cy="3169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31845" y="2198243"/>
              <a:ext cx="658368" cy="3169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553712" y="2148840"/>
              <a:ext cx="1280160" cy="292735"/>
            </a:xfrm>
            <a:custGeom>
              <a:avLst/>
              <a:gdLst/>
              <a:ahLst/>
              <a:cxnLst/>
              <a:rect l="l" t="t" r="r" b="b"/>
              <a:pathLst>
                <a:path w="1280160" h="292735">
                  <a:moveTo>
                    <a:pt x="124358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256032"/>
                  </a:lnTo>
                  <a:lnTo>
                    <a:pt x="2875" y="270265"/>
                  </a:lnTo>
                  <a:lnTo>
                    <a:pt x="10715" y="281892"/>
                  </a:lnTo>
                  <a:lnTo>
                    <a:pt x="22342" y="289732"/>
                  </a:lnTo>
                  <a:lnTo>
                    <a:pt x="36575" y="292608"/>
                  </a:lnTo>
                  <a:lnTo>
                    <a:pt x="1243584" y="292608"/>
                  </a:lnTo>
                  <a:lnTo>
                    <a:pt x="1257817" y="289732"/>
                  </a:lnTo>
                  <a:lnTo>
                    <a:pt x="1269444" y="281892"/>
                  </a:lnTo>
                  <a:lnTo>
                    <a:pt x="1277284" y="270265"/>
                  </a:lnTo>
                  <a:lnTo>
                    <a:pt x="1280160" y="256032"/>
                  </a:lnTo>
                  <a:lnTo>
                    <a:pt x="1280160" y="36575"/>
                  </a:lnTo>
                  <a:lnTo>
                    <a:pt x="1277284" y="22342"/>
                  </a:lnTo>
                  <a:lnTo>
                    <a:pt x="1269444" y="10715"/>
                  </a:lnTo>
                  <a:lnTo>
                    <a:pt x="1257817" y="2875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E8EF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45125" y="2214118"/>
              <a:ext cx="569544" cy="1508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0119" y="2724023"/>
              <a:ext cx="390144" cy="28193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55191" y="2724023"/>
              <a:ext cx="780694" cy="28193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800097" y="2724023"/>
              <a:ext cx="780288" cy="2819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44750" y="2724023"/>
              <a:ext cx="1388872" cy="2819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34435" y="2724023"/>
              <a:ext cx="975360" cy="2819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74158" y="2724023"/>
              <a:ext cx="585215" cy="2819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23738" y="2724023"/>
              <a:ext cx="585215" cy="2819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12519" y="2998038"/>
              <a:ext cx="975741" cy="28224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952497" y="2998038"/>
              <a:ext cx="585215" cy="282244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6220903" y="1830162"/>
            <a:ext cx="5419090" cy="2127250"/>
            <a:chOff x="6220903" y="1830162"/>
            <a:chExt cx="5419090" cy="2127250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20903" y="1830162"/>
              <a:ext cx="5418711" cy="212706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291072" y="1874520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521208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920239"/>
                  </a:lnTo>
                  <a:lnTo>
                    <a:pt x="5750" y="1948707"/>
                  </a:lnTo>
                  <a:lnTo>
                    <a:pt x="21431" y="1971960"/>
                  </a:lnTo>
                  <a:lnTo>
                    <a:pt x="44684" y="1987641"/>
                  </a:lnTo>
                  <a:lnTo>
                    <a:pt x="73151" y="1993391"/>
                  </a:lnTo>
                  <a:lnTo>
                    <a:pt x="5212080" y="1993391"/>
                  </a:lnTo>
                  <a:lnTo>
                    <a:pt x="5240547" y="1987641"/>
                  </a:lnTo>
                  <a:lnTo>
                    <a:pt x="5263800" y="1971960"/>
                  </a:lnTo>
                  <a:lnTo>
                    <a:pt x="5279481" y="1948707"/>
                  </a:lnTo>
                  <a:lnTo>
                    <a:pt x="5285232" y="1920239"/>
                  </a:lnTo>
                  <a:lnTo>
                    <a:pt x="5285232" y="73151"/>
                  </a:lnTo>
                  <a:lnTo>
                    <a:pt x="5279481" y="44684"/>
                  </a:lnTo>
                  <a:lnTo>
                    <a:pt x="5263800" y="21431"/>
                  </a:lnTo>
                  <a:lnTo>
                    <a:pt x="5240547" y="5750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91072" y="1874520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212080" y="0"/>
                  </a:lnTo>
                  <a:lnTo>
                    <a:pt x="5240547" y="5750"/>
                  </a:lnTo>
                  <a:lnTo>
                    <a:pt x="5263800" y="21431"/>
                  </a:lnTo>
                  <a:lnTo>
                    <a:pt x="5279481" y="44684"/>
                  </a:lnTo>
                  <a:lnTo>
                    <a:pt x="5285232" y="73151"/>
                  </a:lnTo>
                  <a:lnTo>
                    <a:pt x="5285232" y="1920239"/>
                  </a:lnTo>
                  <a:lnTo>
                    <a:pt x="5279481" y="1948707"/>
                  </a:lnTo>
                  <a:lnTo>
                    <a:pt x="5263800" y="1971960"/>
                  </a:lnTo>
                  <a:lnTo>
                    <a:pt x="5240547" y="1987641"/>
                  </a:lnTo>
                  <a:lnTo>
                    <a:pt x="5212080" y="1993391"/>
                  </a:lnTo>
                  <a:lnTo>
                    <a:pt x="73151" y="1993391"/>
                  </a:lnTo>
                  <a:lnTo>
                    <a:pt x="44684" y="1987641"/>
                  </a:lnTo>
                  <a:lnTo>
                    <a:pt x="21431" y="1971960"/>
                  </a:lnTo>
                  <a:lnTo>
                    <a:pt x="5750" y="1948707"/>
                  </a:lnTo>
                  <a:lnTo>
                    <a:pt x="0" y="1920239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91072" y="1874520"/>
              <a:ext cx="73660" cy="1993900"/>
            </a:xfrm>
            <a:custGeom>
              <a:avLst/>
              <a:gdLst/>
              <a:ahLst/>
              <a:cxnLst/>
              <a:rect l="l" t="t" r="r" b="b"/>
              <a:pathLst>
                <a:path w="73660" h="1993900">
                  <a:moveTo>
                    <a:pt x="73151" y="0"/>
                  </a:moveTo>
                  <a:lnTo>
                    <a:pt x="0" y="0"/>
                  </a:lnTo>
                  <a:lnTo>
                    <a:pt x="0" y="1993391"/>
                  </a:lnTo>
                  <a:lnTo>
                    <a:pt x="73151" y="1993391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65391" y="2112264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4">
                  <a:moveTo>
                    <a:pt x="256031" y="0"/>
                  </a:moveTo>
                  <a:lnTo>
                    <a:pt x="210023" y="4126"/>
                  </a:lnTo>
                  <a:lnTo>
                    <a:pt x="166714" y="16023"/>
                  </a:lnTo>
                  <a:lnTo>
                    <a:pt x="126830" y="34967"/>
                  </a:lnTo>
                  <a:lnTo>
                    <a:pt x="91095" y="60232"/>
                  </a:lnTo>
                  <a:lnTo>
                    <a:pt x="60232" y="91095"/>
                  </a:lnTo>
                  <a:lnTo>
                    <a:pt x="34967" y="126830"/>
                  </a:lnTo>
                  <a:lnTo>
                    <a:pt x="16023" y="166714"/>
                  </a:lnTo>
                  <a:lnTo>
                    <a:pt x="4126" y="210023"/>
                  </a:lnTo>
                  <a:lnTo>
                    <a:pt x="0" y="256032"/>
                  </a:lnTo>
                  <a:lnTo>
                    <a:pt x="4126" y="302040"/>
                  </a:lnTo>
                  <a:lnTo>
                    <a:pt x="16023" y="345349"/>
                  </a:lnTo>
                  <a:lnTo>
                    <a:pt x="34967" y="385233"/>
                  </a:lnTo>
                  <a:lnTo>
                    <a:pt x="60232" y="420968"/>
                  </a:lnTo>
                  <a:lnTo>
                    <a:pt x="91095" y="451831"/>
                  </a:lnTo>
                  <a:lnTo>
                    <a:pt x="126830" y="477096"/>
                  </a:lnTo>
                  <a:lnTo>
                    <a:pt x="166714" y="496040"/>
                  </a:lnTo>
                  <a:lnTo>
                    <a:pt x="210023" y="507937"/>
                  </a:lnTo>
                  <a:lnTo>
                    <a:pt x="256031" y="512063"/>
                  </a:lnTo>
                  <a:lnTo>
                    <a:pt x="302040" y="507937"/>
                  </a:lnTo>
                  <a:lnTo>
                    <a:pt x="345349" y="496040"/>
                  </a:lnTo>
                  <a:lnTo>
                    <a:pt x="385233" y="477096"/>
                  </a:lnTo>
                  <a:lnTo>
                    <a:pt x="420968" y="451831"/>
                  </a:lnTo>
                  <a:lnTo>
                    <a:pt x="451831" y="420968"/>
                  </a:lnTo>
                  <a:lnTo>
                    <a:pt x="477096" y="385233"/>
                  </a:lnTo>
                  <a:lnTo>
                    <a:pt x="496040" y="345349"/>
                  </a:lnTo>
                  <a:lnTo>
                    <a:pt x="507937" y="302040"/>
                  </a:lnTo>
                  <a:lnTo>
                    <a:pt x="512063" y="256032"/>
                  </a:lnTo>
                  <a:lnTo>
                    <a:pt x="507937" y="210023"/>
                  </a:lnTo>
                  <a:lnTo>
                    <a:pt x="496040" y="166714"/>
                  </a:lnTo>
                  <a:lnTo>
                    <a:pt x="477096" y="126830"/>
                  </a:lnTo>
                  <a:lnTo>
                    <a:pt x="451831" y="91095"/>
                  </a:lnTo>
                  <a:lnTo>
                    <a:pt x="420968" y="60232"/>
                  </a:lnTo>
                  <a:lnTo>
                    <a:pt x="385233" y="34967"/>
                  </a:lnTo>
                  <a:lnTo>
                    <a:pt x="345349" y="16023"/>
                  </a:lnTo>
                  <a:lnTo>
                    <a:pt x="302040" y="4126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 descr="preencoded.png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703694" y="2250478"/>
              <a:ext cx="235546" cy="23554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206361" y="2198243"/>
              <a:ext cx="1097279" cy="31699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151241" y="2198243"/>
              <a:ext cx="438912" cy="31699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437752" y="2198243"/>
              <a:ext cx="658825" cy="31699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945626" y="2198243"/>
              <a:ext cx="658368" cy="31699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0158984" y="2148840"/>
              <a:ext cx="1280160" cy="292735"/>
            </a:xfrm>
            <a:custGeom>
              <a:avLst/>
              <a:gdLst/>
              <a:ahLst/>
              <a:cxnLst/>
              <a:rect l="l" t="t" r="r" b="b"/>
              <a:pathLst>
                <a:path w="1280159" h="292735">
                  <a:moveTo>
                    <a:pt x="124358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256032"/>
                  </a:lnTo>
                  <a:lnTo>
                    <a:pt x="2875" y="270265"/>
                  </a:lnTo>
                  <a:lnTo>
                    <a:pt x="10715" y="281892"/>
                  </a:lnTo>
                  <a:lnTo>
                    <a:pt x="22342" y="289732"/>
                  </a:lnTo>
                  <a:lnTo>
                    <a:pt x="36575" y="292608"/>
                  </a:lnTo>
                  <a:lnTo>
                    <a:pt x="1243584" y="292608"/>
                  </a:lnTo>
                  <a:lnTo>
                    <a:pt x="1257817" y="289732"/>
                  </a:lnTo>
                  <a:lnTo>
                    <a:pt x="1269444" y="281892"/>
                  </a:lnTo>
                  <a:lnTo>
                    <a:pt x="1277284" y="270265"/>
                  </a:lnTo>
                  <a:lnTo>
                    <a:pt x="1280160" y="256032"/>
                  </a:lnTo>
                  <a:lnTo>
                    <a:pt x="1280160" y="36575"/>
                  </a:lnTo>
                  <a:lnTo>
                    <a:pt x="1277284" y="22342"/>
                  </a:lnTo>
                  <a:lnTo>
                    <a:pt x="1269444" y="10715"/>
                  </a:lnTo>
                  <a:lnTo>
                    <a:pt x="1257817" y="2875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E8EF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424414" y="2214118"/>
              <a:ext cx="310896" cy="15087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657585" y="2214118"/>
              <a:ext cx="100583" cy="15087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707878" y="2214118"/>
              <a:ext cx="533311" cy="15087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66281" y="2724023"/>
              <a:ext cx="390144" cy="28193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761352" y="2724023"/>
              <a:ext cx="780287" cy="28193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406005" y="2724023"/>
              <a:ext cx="585216" cy="28193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855585" y="2724023"/>
              <a:ext cx="585216" cy="28193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303641" y="2724023"/>
              <a:ext cx="585673" cy="28193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66281" y="3048330"/>
              <a:ext cx="390144" cy="2822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761352" y="3048330"/>
              <a:ext cx="585216" cy="28224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151497" y="3048330"/>
              <a:ext cx="161544" cy="28224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232269" y="3048330"/>
              <a:ext cx="585216" cy="28224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681849" y="3048330"/>
              <a:ext cx="975359" cy="28224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521573" y="3048330"/>
              <a:ext cx="585673" cy="28224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971533" y="3048330"/>
              <a:ext cx="585216" cy="282244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615631" y="4097886"/>
            <a:ext cx="5419090" cy="2127250"/>
            <a:chOff x="615631" y="4097886"/>
            <a:chExt cx="5419090" cy="2127250"/>
          </a:xfrm>
        </p:grpSpPr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631" y="4097886"/>
              <a:ext cx="5418711" cy="2127065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85799" y="4142231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521208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920227"/>
                  </a:lnTo>
                  <a:lnTo>
                    <a:pt x="5748" y="1948707"/>
                  </a:lnTo>
                  <a:lnTo>
                    <a:pt x="21426" y="1971963"/>
                  </a:lnTo>
                  <a:lnTo>
                    <a:pt x="44678" y="1987642"/>
                  </a:lnTo>
                  <a:lnTo>
                    <a:pt x="73151" y="1993392"/>
                  </a:lnTo>
                  <a:lnTo>
                    <a:pt x="5212080" y="1993392"/>
                  </a:lnTo>
                  <a:lnTo>
                    <a:pt x="5240547" y="1987642"/>
                  </a:lnTo>
                  <a:lnTo>
                    <a:pt x="5263800" y="1971963"/>
                  </a:lnTo>
                  <a:lnTo>
                    <a:pt x="5279481" y="1948707"/>
                  </a:lnTo>
                  <a:lnTo>
                    <a:pt x="5285232" y="1920227"/>
                  </a:lnTo>
                  <a:lnTo>
                    <a:pt x="5285232" y="73152"/>
                  </a:lnTo>
                  <a:lnTo>
                    <a:pt x="5279481" y="44684"/>
                  </a:lnTo>
                  <a:lnTo>
                    <a:pt x="5263800" y="21431"/>
                  </a:lnTo>
                  <a:lnTo>
                    <a:pt x="5240547" y="5750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5799" y="4142231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212080" y="0"/>
                  </a:lnTo>
                  <a:lnTo>
                    <a:pt x="5240547" y="5750"/>
                  </a:lnTo>
                  <a:lnTo>
                    <a:pt x="5263800" y="21431"/>
                  </a:lnTo>
                  <a:lnTo>
                    <a:pt x="5279481" y="44684"/>
                  </a:lnTo>
                  <a:lnTo>
                    <a:pt x="5285232" y="73152"/>
                  </a:lnTo>
                  <a:lnTo>
                    <a:pt x="5285232" y="1920227"/>
                  </a:lnTo>
                  <a:lnTo>
                    <a:pt x="5279481" y="1948707"/>
                  </a:lnTo>
                  <a:lnTo>
                    <a:pt x="5263800" y="1971963"/>
                  </a:lnTo>
                  <a:lnTo>
                    <a:pt x="5240547" y="1987642"/>
                  </a:lnTo>
                  <a:lnTo>
                    <a:pt x="5212080" y="1993392"/>
                  </a:lnTo>
                  <a:lnTo>
                    <a:pt x="73151" y="1993392"/>
                  </a:lnTo>
                  <a:lnTo>
                    <a:pt x="44678" y="1987642"/>
                  </a:lnTo>
                  <a:lnTo>
                    <a:pt x="21426" y="1971963"/>
                  </a:lnTo>
                  <a:lnTo>
                    <a:pt x="5748" y="1948707"/>
                  </a:lnTo>
                  <a:lnTo>
                    <a:pt x="0" y="1920227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5799" y="4142231"/>
              <a:ext cx="73660" cy="1993900"/>
            </a:xfrm>
            <a:custGeom>
              <a:avLst/>
              <a:gdLst/>
              <a:ahLst/>
              <a:cxnLst/>
              <a:rect l="l" t="t" r="r" b="b"/>
              <a:pathLst>
                <a:path w="73659" h="1993900">
                  <a:moveTo>
                    <a:pt x="73151" y="0"/>
                  </a:moveTo>
                  <a:lnTo>
                    <a:pt x="0" y="0"/>
                  </a:lnTo>
                  <a:lnTo>
                    <a:pt x="0" y="1993392"/>
                  </a:lnTo>
                  <a:lnTo>
                    <a:pt x="73151" y="199339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60119" y="4379975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5">
                  <a:moveTo>
                    <a:pt x="256032" y="0"/>
                  </a:moveTo>
                  <a:lnTo>
                    <a:pt x="210010" y="4126"/>
                  </a:lnTo>
                  <a:lnTo>
                    <a:pt x="166694" y="16023"/>
                  </a:lnTo>
                  <a:lnTo>
                    <a:pt x="126808" y="34967"/>
                  </a:lnTo>
                  <a:lnTo>
                    <a:pt x="91074" y="60232"/>
                  </a:lnTo>
                  <a:lnTo>
                    <a:pt x="60215" y="91095"/>
                  </a:lnTo>
                  <a:lnTo>
                    <a:pt x="34956" y="126830"/>
                  </a:lnTo>
                  <a:lnTo>
                    <a:pt x="16018" y="166714"/>
                  </a:lnTo>
                  <a:lnTo>
                    <a:pt x="4125" y="210023"/>
                  </a:lnTo>
                  <a:lnTo>
                    <a:pt x="0" y="256031"/>
                  </a:lnTo>
                  <a:lnTo>
                    <a:pt x="4125" y="302040"/>
                  </a:lnTo>
                  <a:lnTo>
                    <a:pt x="16018" y="345349"/>
                  </a:lnTo>
                  <a:lnTo>
                    <a:pt x="34956" y="385233"/>
                  </a:lnTo>
                  <a:lnTo>
                    <a:pt x="60215" y="420968"/>
                  </a:lnTo>
                  <a:lnTo>
                    <a:pt x="91074" y="451831"/>
                  </a:lnTo>
                  <a:lnTo>
                    <a:pt x="126808" y="477096"/>
                  </a:lnTo>
                  <a:lnTo>
                    <a:pt x="166694" y="496040"/>
                  </a:lnTo>
                  <a:lnTo>
                    <a:pt x="210010" y="507937"/>
                  </a:lnTo>
                  <a:lnTo>
                    <a:pt x="256032" y="512063"/>
                  </a:lnTo>
                  <a:lnTo>
                    <a:pt x="302040" y="507937"/>
                  </a:lnTo>
                  <a:lnTo>
                    <a:pt x="345349" y="496040"/>
                  </a:lnTo>
                  <a:lnTo>
                    <a:pt x="385233" y="477096"/>
                  </a:lnTo>
                  <a:lnTo>
                    <a:pt x="420968" y="451831"/>
                  </a:lnTo>
                  <a:lnTo>
                    <a:pt x="451831" y="420968"/>
                  </a:lnTo>
                  <a:lnTo>
                    <a:pt x="477096" y="385233"/>
                  </a:lnTo>
                  <a:lnTo>
                    <a:pt x="496040" y="345349"/>
                  </a:lnTo>
                  <a:lnTo>
                    <a:pt x="507937" y="302040"/>
                  </a:lnTo>
                  <a:lnTo>
                    <a:pt x="512064" y="256031"/>
                  </a:lnTo>
                  <a:lnTo>
                    <a:pt x="507937" y="210023"/>
                  </a:lnTo>
                  <a:lnTo>
                    <a:pt x="496040" y="166714"/>
                  </a:lnTo>
                  <a:lnTo>
                    <a:pt x="477096" y="126830"/>
                  </a:lnTo>
                  <a:lnTo>
                    <a:pt x="451831" y="91095"/>
                  </a:lnTo>
                  <a:lnTo>
                    <a:pt x="420968" y="60232"/>
                  </a:lnTo>
                  <a:lnTo>
                    <a:pt x="385233" y="34967"/>
                  </a:lnTo>
                  <a:lnTo>
                    <a:pt x="345349" y="16023"/>
                  </a:lnTo>
                  <a:lnTo>
                    <a:pt x="302040" y="4126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 descr="preencoded.png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98372" y="4518190"/>
              <a:ext cx="235546" cy="23554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600453" y="4466589"/>
              <a:ext cx="877823" cy="31699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325877" y="4466589"/>
              <a:ext cx="658368" cy="31699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831845" y="4466589"/>
              <a:ext cx="658368" cy="316992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4553712" y="4416551"/>
              <a:ext cx="1280160" cy="292735"/>
            </a:xfrm>
            <a:custGeom>
              <a:avLst/>
              <a:gdLst/>
              <a:ahLst/>
              <a:cxnLst/>
              <a:rect l="l" t="t" r="r" b="b"/>
              <a:pathLst>
                <a:path w="1280160" h="292735">
                  <a:moveTo>
                    <a:pt x="124358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256031"/>
                  </a:lnTo>
                  <a:lnTo>
                    <a:pt x="2875" y="270265"/>
                  </a:lnTo>
                  <a:lnTo>
                    <a:pt x="10715" y="281892"/>
                  </a:lnTo>
                  <a:lnTo>
                    <a:pt x="22342" y="289732"/>
                  </a:lnTo>
                  <a:lnTo>
                    <a:pt x="36575" y="292608"/>
                  </a:lnTo>
                  <a:lnTo>
                    <a:pt x="1243584" y="292608"/>
                  </a:lnTo>
                  <a:lnTo>
                    <a:pt x="1257817" y="289732"/>
                  </a:lnTo>
                  <a:lnTo>
                    <a:pt x="1269444" y="281892"/>
                  </a:lnTo>
                  <a:lnTo>
                    <a:pt x="1277284" y="270265"/>
                  </a:lnTo>
                  <a:lnTo>
                    <a:pt x="1280160" y="256031"/>
                  </a:lnTo>
                  <a:lnTo>
                    <a:pt x="1280160" y="36575"/>
                  </a:lnTo>
                  <a:lnTo>
                    <a:pt x="1277284" y="22342"/>
                  </a:lnTo>
                  <a:lnTo>
                    <a:pt x="1269444" y="10715"/>
                  </a:lnTo>
                  <a:lnTo>
                    <a:pt x="1257817" y="2875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E8EF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957318" y="4482337"/>
              <a:ext cx="284479" cy="15087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170677" y="4482337"/>
              <a:ext cx="100584" cy="15087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220969" y="4482337"/>
              <a:ext cx="280415" cy="15087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0119" y="4992369"/>
              <a:ext cx="390144" cy="28194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155191" y="4992369"/>
              <a:ext cx="585673" cy="28194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605025" y="4992369"/>
              <a:ext cx="780288" cy="28194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249677" y="4992369"/>
              <a:ext cx="975360" cy="28194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089401" y="4992369"/>
              <a:ext cx="1560956" cy="28194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514723" y="4992369"/>
              <a:ext cx="780288" cy="28194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112519" y="5266689"/>
              <a:ext cx="780694" cy="28194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757425" y="5266689"/>
              <a:ext cx="780288" cy="28194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402077" y="5266689"/>
              <a:ext cx="585215" cy="281940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6220903" y="4097886"/>
            <a:ext cx="5419090" cy="2127250"/>
            <a:chOff x="6220903" y="4097886"/>
            <a:chExt cx="5419090" cy="2127250"/>
          </a:xfrm>
        </p:grpSpPr>
        <p:pic>
          <p:nvPicPr>
            <p:cNvPr id="85" name="object 8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20903" y="4097886"/>
              <a:ext cx="5418711" cy="2127065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6291072" y="4142231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521208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920227"/>
                  </a:lnTo>
                  <a:lnTo>
                    <a:pt x="5750" y="1948707"/>
                  </a:lnTo>
                  <a:lnTo>
                    <a:pt x="21431" y="1971963"/>
                  </a:lnTo>
                  <a:lnTo>
                    <a:pt x="44684" y="1987642"/>
                  </a:lnTo>
                  <a:lnTo>
                    <a:pt x="73151" y="1993392"/>
                  </a:lnTo>
                  <a:lnTo>
                    <a:pt x="5212080" y="1993392"/>
                  </a:lnTo>
                  <a:lnTo>
                    <a:pt x="5240547" y="1987642"/>
                  </a:lnTo>
                  <a:lnTo>
                    <a:pt x="5263800" y="1971963"/>
                  </a:lnTo>
                  <a:lnTo>
                    <a:pt x="5279481" y="1948707"/>
                  </a:lnTo>
                  <a:lnTo>
                    <a:pt x="5285232" y="1920227"/>
                  </a:lnTo>
                  <a:lnTo>
                    <a:pt x="5285232" y="73152"/>
                  </a:lnTo>
                  <a:lnTo>
                    <a:pt x="5279481" y="44684"/>
                  </a:lnTo>
                  <a:lnTo>
                    <a:pt x="5263800" y="21431"/>
                  </a:lnTo>
                  <a:lnTo>
                    <a:pt x="5240547" y="5750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291072" y="4142231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212080" y="0"/>
                  </a:lnTo>
                  <a:lnTo>
                    <a:pt x="5240547" y="5750"/>
                  </a:lnTo>
                  <a:lnTo>
                    <a:pt x="5263800" y="21431"/>
                  </a:lnTo>
                  <a:lnTo>
                    <a:pt x="5279481" y="44684"/>
                  </a:lnTo>
                  <a:lnTo>
                    <a:pt x="5285232" y="73152"/>
                  </a:lnTo>
                  <a:lnTo>
                    <a:pt x="5285232" y="1920227"/>
                  </a:lnTo>
                  <a:lnTo>
                    <a:pt x="5279481" y="1948707"/>
                  </a:lnTo>
                  <a:lnTo>
                    <a:pt x="5263800" y="1971963"/>
                  </a:lnTo>
                  <a:lnTo>
                    <a:pt x="5240547" y="1987642"/>
                  </a:lnTo>
                  <a:lnTo>
                    <a:pt x="5212080" y="1993392"/>
                  </a:lnTo>
                  <a:lnTo>
                    <a:pt x="73151" y="1993392"/>
                  </a:lnTo>
                  <a:lnTo>
                    <a:pt x="44684" y="1987642"/>
                  </a:lnTo>
                  <a:lnTo>
                    <a:pt x="21431" y="1971963"/>
                  </a:lnTo>
                  <a:lnTo>
                    <a:pt x="5750" y="1948707"/>
                  </a:lnTo>
                  <a:lnTo>
                    <a:pt x="0" y="1920227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291072" y="4142231"/>
              <a:ext cx="73660" cy="1993900"/>
            </a:xfrm>
            <a:custGeom>
              <a:avLst/>
              <a:gdLst/>
              <a:ahLst/>
              <a:cxnLst/>
              <a:rect l="l" t="t" r="r" b="b"/>
              <a:pathLst>
                <a:path w="73660" h="1993900">
                  <a:moveTo>
                    <a:pt x="73151" y="0"/>
                  </a:moveTo>
                  <a:lnTo>
                    <a:pt x="0" y="0"/>
                  </a:lnTo>
                  <a:lnTo>
                    <a:pt x="0" y="1993392"/>
                  </a:lnTo>
                  <a:lnTo>
                    <a:pt x="73151" y="199339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565391" y="4379975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256031" y="0"/>
                  </a:moveTo>
                  <a:lnTo>
                    <a:pt x="210023" y="4126"/>
                  </a:lnTo>
                  <a:lnTo>
                    <a:pt x="166714" y="16023"/>
                  </a:lnTo>
                  <a:lnTo>
                    <a:pt x="126830" y="34967"/>
                  </a:lnTo>
                  <a:lnTo>
                    <a:pt x="91095" y="60232"/>
                  </a:lnTo>
                  <a:lnTo>
                    <a:pt x="60232" y="91095"/>
                  </a:lnTo>
                  <a:lnTo>
                    <a:pt x="34967" y="126830"/>
                  </a:lnTo>
                  <a:lnTo>
                    <a:pt x="16023" y="166714"/>
                  </a:lnTo>
                  <a:lnTo>
                    <a:pt x="4126" y="210023"/>
                  </a:lnTo>
                  <a:lnTo>
                    <a:pt x="0" y="256031"/>
                  </a:lnTo>
                  <a:lnTo>
                    <a:pt x="4126" y="302040"/>
                  </a:lnTo>
                  <a:lnTo>
                    <a:pt x="16023" y="345349"/>
                  </a:lnTo>
                  <a:lnTo>
                    <a:pt x="34967" y="385233"/>
                  </a:lnTo>
                  <a:lnTo>
                    <a:pt x="60232" y="420968"/>
                  </a:lnTo>
                  <a:lnTo>
                    <a:pt x="91095" y="451831"/>
                  </a:lnTo>
                  <a:lnTo>
                    <a:pt x="126830" y="477096"/>
                  </a:lnTo>
                  <a:lnTo>
                    <a:pt x="166714" y="496040"/>
                  </a:lnTo>
                  <a:lnTo>
                    <a:pt x="210023" y="507937"/>
                  </a:lnTo>
                  <a:lnTo>
                    <a:pt x="256031" y="512063"/>
                  </a:lnTo>
                  <a:lnTo>
                    <a:pt x="302040" y="507937"/>
                  </a:lnTo>
                  <a:lnTo>
                    <a:pt x="345349" y="496040"/>
                  </a:lnTo>
                  <a:lnTo>
                    <a:pt x="385233" y="477096"/>
                  </a:lnTo>
                  <a:lnTo>
                    <a:pt x="420968" y="451831"/>
                  </a:lnTo>
                  <a:lnTo>
                    <a:pt x="451831" y="420968"/>
                  </a:lnTo>
                  <a:lnTo>
                    <a:pt x="477096" y="385233"/>
                  </a:lnTo>
                  <a:lnTo>
                    <a:pt x="496040" y="345349"/>
                  </a:lnTo>
                  <a:lnTo>
                    <a:pt x="507937" y="302040"/>
                  </a:lnTo>
                  <a:lnTo>
                    <a:pt x="512063" y="256031"/>
                  </a:lnTo>
                  <a:lnTo>
                    <a:pt x="507937" y="210023"/>
                  </a:lnTo>
                  <a:lnTo>
                    <a:pt x="496040" y="166714"/>
                  </a:lnTo>
                  <a:lnTo>
                    <a:pt x="477096" y="126830"/>
                  </a:lnTo>
                  <a:lnTo>
                    <a:pt x="451831" y="91095"/>
                  </a:lnTo>
                  <a:lnTo>
                    <a:pt x="420968" y="60232"/>
                  </a:lnTo>
                  <a:lnTo>
                    <a:pt x="385233" y="34967"/>
                  </a:lnTo>
                  <a:lnTo>
                    <a:pt x="345349" y="16023"/>
                  </a:lnTo>
                  <a:lnTo>
                    <a:pt x="302040" y="4126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 descr="preencoded.png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703694" y="4518190"/>
              <a:ext cx="235546" cy="235546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206361" y="4466589"/>
              <a:ext cx="877824" cy="31699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931785" y="4466589"/>
              <a:ext cx="1317117" cy="31699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10158984" y="4416551"/>
              <a:ext cx="1280160" cy="292735"/>
            </a:xfrm>
            <a:custGeom>
              <a:avLst/>
              <a:gdLst/>
              <a:ahLst/>
              <a:cxnLst/>
              <a:rect l="l" t="t" r="r" b="b"/>
              <a:pathLst>
                <a:path w="1280159" h="292735">
                  <a:moveTo>
                    <a:pt x="124358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256031"/>
                  </a:lnTo>
                  <a:lnTo>
                    <a:pt x="2875" y="270265"/>
                  </a:lnTo>
                  <a:lnTo>
                    <a:pt x="10715" y="281892"/>
                  </a:lnTo>
                  <a:lnTo>
                    <a:pt x="22342" y="289732"/>
                  </a:lnTo>
                  <a:lnTo>
                    <a:pt x="36575" y="292608"/>
                  </a:lnTo>
                  <a:lnTo>
                    <a:pt x="1243584" y="292608"/>
                  </a:lnTo>
                  <a:lnTo>
                    <a:pt x="1257817" y="289732"/>
                  </a:lnTo>
                  <a:lnTo>
                    <a:pt x="1269444" y="281892"/>
                  </a:lnTo>
                  <a:lnTo>
                    <a:pt x="1277284" y="270265"/>
                  </a:lnTo>
                  <a:lnTo>
                    <a:pt x="1280160" y="256031"/>
                  </a:lnTo>
                  <a:lnTo>
                    <a:pt x="1280160" y="36575"/>
                  </a:lnTo>
                  <a:lnTo>
                    <a:pt x="1277284" y="22342"/>
                  </a:lnTo>
                  <a:lnTo>
                    <a:pt x="1269444" y="10715"/>
                  </a:lnTo>
                  <a:lnTo>
                    <a:pt x="1257817" y="2875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E8EF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572241" y="4482337"/>
              <a:ext cx="521119" cy="150875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66281" y="4992369"/>
              <a:ext cx="390144" cy="28194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761352" y="4992369"/>
              <a:ext cx="575309" cy="28194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221600" y="4992369"/>
              <a:ext cx="780287" cy="28194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864729" y="4992369"/>
              <a:ext cx="780288" cy="28194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509380" y="4992369"/>
              <a:ext cx="585673" cy="28194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959342" y="4992369"/>
              <a:ext cx="1170431" cy="28194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66281" y="5316931"/>
              <a:ext cx="390144" cy="28194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761352" y="5316931"/>
              <a:ext cx="598170" cy="28194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239888" y="5316931"/>
              <a:ext cx="780287" cy="28194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825105" y="5316931"/>
              <a:ext cx="161544" cy="28194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7905876" y="5316931"/>
              <a:ext cx="780288" cy="28194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491092" y="5316931"/>
              <a:ext cx="161544" cy="28194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571864" y="5316931"/>
              <a:ext cx="585673" cy="28194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021826" y="5316931"/>
              <a:ext cx="267461" cy="28194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200133" y="5316931"/>
              <a:ext cx="585216" cy="28194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9649714" y="5316931"/>
              <a:ext cx="585216" cy="28194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66281" y="5641238"/>
              <a:ext cx="390144" cy="282244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761352" y="5641238"/>
              <a:ext cx="585216" cy="282244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210933" y="5641238"/>
              <a:ext cx="585216" cy="282244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01077" y="5641238"/>
              <a:ext cx="161544" cy="28224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681849" y="5641238"/>
              <a:ext cx="585216" cy="282244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131429" y="5641238"/>
              <a:ext cx="585216" cy="282244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521573" y="5641238"/>
              <a:ext cx="579983" cy="282244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9018777" y="5641238"/>
              <a:ext cx="585216" cy="282244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468357" y="5641238"/>
              <a:ext cx="585216" cy="282244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9917938" y="5641238"/>
              <a:ext cx="390144" cy="28224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172446" y="5641238"/>
              <a:ext cx="436879" cy="28224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0500105" y="5641238"/>
              <a:ext cx="585216" cy="282244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0949685" y="5641238"/>
              <a:ext cx="585673" cy="282244"/>
            </a:xfrm>
            <a:prstGeom prst="rect">
              <a:avLst/>
            </a:prstGeom>
          </p:spPr>
        </p:pic>
      </p:grpSp>
      <p:grpSp>
        <p:nvGrpSpPr>
          <p:cNvPr id="124" name="object 124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125" name="object 125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131" name="object 131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132" name="object 132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179445" cy="228600"/>
            <a:chOff x="960119" y="471169"/>
            <a:chExt cx="317944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1601851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68933"/>
            <a:ext cx="3966845" cy="459105"/>
            <a:chOff x="685800" y="868933"/>
            <a:chExt cx="3966845" cy="45910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68933"/>
              <a:ext cx="978865" cy="458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1958" y="868933"/>
              <a:ext cx="652272" cy="458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1725" y="868933"/>
              <a:ext cx="978408" cy="458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27629" y="868933"/>
              <a:ext cx="1631061" cy="458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34663" y="868933"/>
              <a:ext cx="617727" cy="45872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5631" y="1830162"/>
            <a:ext cx="5419090" cy="2127250"/>
            <a:chOff x="615631" y="1830162"/>
            <a:chExt cx="5419090" cy="2127250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631" y="1830162"/>
              <a:ext cx="5418711" cy="212706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5799" y="1874520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521208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1920239"/>
                  </a:lnTo>
                  <a:lnTo>
                    <a:pt x="5748" y="1948707"/>
                  </a:lnTo>
                  <a:lnTo>
                    <a:pt x="21426" y="1971960"/>
                  </a:lnTo>
                  <a:lnTo>
                    <a:pt x="44678" y="1987641"/>
                  </a:lnTo>
                  <a:lnTo>
                    <a:pt x="73151" y="1993391"/>
                  </a:lnTo>
                  <a:lnTo>
                    <a:pt x="5212080" y="1993391"/>
                  </a:lnTo>
                  <a:lnTo>
                    <a:pt x="5240547" y="1987641"/>
                  </a:lnTo>
                  <a:lnTo>
                    <a:pt x="5263800" y="1971960"/>
                  </a:lnTo>
                  <a:lnTo>
                    <a:pt x="5279481" y="1948707"/>
                  </a:lnTo>
                  <a:lnTo>
                    <a:pt x="5285232" y="1920239"/>
                  </a:lnTo>
                  <a:lnTo>
                    <a:pt x="5285232" y="73151"/>
                  </a:lnTo>
                  <a:lnTo>
                    <a:pt x="5279481" y="44684"/>
                  </a:lnTo>
                  <a:lnTo>
                    <a:pt x="5263800" y="21431"/>
                  </a:lnTo>
                  <a:lnTo>
                    <a:pt x="5240547" y="5750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799" y="1874520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212080" y="0"/>
                  </a:lnTo>
                  <a:lnTo>
                    <a:pt x="5240547" y="5750"/>
                  </a:lnTo>
                  <a:lnTo>
                    <a:pt x="5263800" y="21431"/>
                  </a:lnTo>
                  <a:lnTo>
                    <a:pt x="5279481" y="44684"/>
                  </a:lnTo>
                  <a:lnTo>
                    <a:pt x="5285232" y="73151"/>
                  </a:lnTo>
                  <a:lnTo>
                    <a:pt x="5285232" y="1920239"/>
                  </a:lnTo>
                  <a:lnTo>
                    <a:pt x="5279481" y="1948707"/>
                  </a:lnTo>
                  <a:lnTo>
                    <a:pt x="5263800" y="1971960"/>
                  </a:lnTo>
                  <a:lnTo>
                    <a:pt x="5240547" y="1987641"/>
                  </a:lnTo>
                  <a:lnTo>
                    <a:pt x="5212080" y="1993391"/>
                  </a:lnTo>
                  <a:lnTo>
                    <a:pt x="73151" y="1993391"/>
                  </a:lnTo>
                  <a:lnTo>
                    <a:pt x="44678" y="1987641"/>
                  </a:lnTo>
                  <a:lnTo>
                    <a:pt x="21426" y="1971960"/>
                  </a:lnTo>
                  <a:lnTo>
                    <a:pt x="5748" y="1948707"/>
                  </a:lnTo>
                  <a:lnTo>
                    <a:pt x="0" y="1920239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799" y="1874520"/>
              <a:ext cx="73660" cy="1993900"/>
            </a:xfrm>
            <a:custGeom>
              <a:avLst/>
              <a:gdLst/>
              <a:ahLst/>
              <a:cxnLst/>
              <a:rect l="l" t="t" r="r" b="b"/>
              <a:pathLst>
                <a:path w="73659" h="1993900">
                  <a:moveTo>
                    <a:pt x="73151" y="0"/>
                  </a:moveTo>
                  <a:lnTo>
                    <a:pt x="0" y="0"/>
                  </a:lnTo>
                  <a:lnTo>
                    <a:pt x="0" y="1993391"/>
                  </a:lnTo>
                  <a:lnTo>
                    <a:pt x="73151" y="1993391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60119" y="2112264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4">
                  <a:moveTo>
                    <a:pt x="256032" y="0"/>
                  </a:moveTo>
                  <a:lnTo>
                    <a:pt x="210010" y="4126"/>
                  </a:lnTo>
                  <a:lnTo>
                    <a:pt x="166694" y="16023"/>
                  </a:lnTo>
                  <a:lnTo>
                    <a:pt x="126808" y="34967"/>
                  </a:lnTo>
                  <a:lnTo>
                    <a:pt x="91074" y="60232"/>
                  </a:lnTo>
                  <a:lnTo>
                    <a:pt x="60215" y="91095"/>
                  </a:lnTo>
                  <a:lnTo>
                    <a:pt x="34956" y="126830"/>
                  </a:lnTo>
                  <a:lnTo>
                    <a:pt x="16018" y="166714"/>
                  </a:lnTo>
                  <a:lnTo>
                    <a:pt x="4125" y="210023"/>
                  </a:lnTo>
                  <a:lnTo>
                    <a:pt x="0" y="256032"/>
                  </a:lnTo>
                  <a:lnTo>
                    <a:pt x="4125" y="302040"/>
                  </a:lnTo>
                  <a:lnTo>
                    <a:pt x="16018" y="345349"/>
                  </a:lnTo>
                  <a:lnTo>
                    <a:pt x="34956" y="385233"/>
                  </a:lnTo>
                  <a:lnTo>
                    <a:pt x="60215" y="420968"/>
                  </a:lnTo>
                  <a:lnTo>
                    <a:pt x="91074" y="451831"/>
                  </a:lnTo>
                  <a:lnTo>
                    <a:pt x="126808" y="477096"/>
                  </a:lnTo>
                  <a:lnTo>
                    <a:pt x="166694" y="496040"/>
                  </a:lnTo>
                  <a:lnTo>
                    <a:pt x="210010" y="507937"/>
                  </a:lnTo>
                  <a:lnTo>
                    <a:pt x="256032" y="512063"/>
                  </a:lnTo>
                  <a:lnTo>
                    <a:pt x="302040" y="507937"/>
                  </a:lnTo>
                  <a:lnTo>
                    <a:pt x="345349" y="496040"/>
                  </a:lnTo>
                  <a:lnTo>
                    <a:pt x="385233" y="477096"/>
                  </a:lnTo>
                  <a:lnTo>
                    <a:pt x="420968" y="451831"/>
                  </a:lnTo>
                  <a:lnTo>
                    <a:pt x="451831" y="420968"/>
                  </a:lnTo>
                  <a:lnTo>
                    <a:pt x="477096" y="385233"/>
                  </a:lnTo>
                  <a:lnTo>
                    <a:pt x="496040" y="345349"/>
                  </a:lnTo>
                  <a:lnTo>
                    <a:pt x="507937" y="302040"/>
                  </a:lnTo>
                  <a:lnTo>
                    <a:pt x="512064" y="256032"/>
                  </a:lnTo>
                  <a:lnTo>
                    <a:pt x="507937" y="210023"/>
                  </a:lnTo>
                  <a:lnTo>
                    <a:pt x="496040" y="166714"/>
                  </a:lnTo>
                  <a:lnTo>
                    <a:pt x="477096" y="126830"/>
                  </a:lnTo>
                  <a:lnTo>
                    <a:pt x="451831" y="91095"/>
                  </a:lnTo>
                  <a:lnTo>
                    <a:pt x="420968" y="60232"/>
                  </a:lnTo>
                  <a:lnTo>
                    <a:pt x="385233" y="34967"/>
                  </a:lnTo>
                  <a:lnTo>
                    <a:pt x="345349" y="16023"/>
                  </a:lnTo>
                  <a:lnTo>
                    <a:pt x="302040" y="4126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preencoded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8372" y="2250478"/>
              <a:ext cx="235546" cy="2355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00453" y="2198243"/>
              <a:ext cx="658368" cy="3169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06422" y="2198243"/>
              <a:ext cx="658368" cy="3169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13913" y="2198243"/>
              <a:ext cx="438912" cy="3169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00426" y="2198243"/>
              <a:ext cx="658368" cy="31699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553712" y="2148840"/>
              <a:ext cx="1280160" cy="292735"/>
            </a:xfrm>
            <a:custGeom>
              <a:avLst/>
              <a:gdLst/>
              <a:ahLst/>
              <a:cxnLst/>
              <a:rect l="l" t="t" r="r" b="b"/>
              <a:pathLst>
                <a:path w="1280160" h="292735">
                  <a:moveTo>
                    <a:pt x="124358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256032"/>
                  </a:lnTo>
                  <a:lnTo>
                    <a:pt x="2875" y="270265"/>
                  </a:lnTo>
                  <a:lnTo>
                    <a:pt x="10715" y="281892"/>
                  </a:lnTo>
                  <a:lnTo>
                    <a:pt x="22342" y="289732"/>
                  </a:lnTo>
                  <a:lnTo>
                    <a:pt x="36575" y="292608"/>
                  </a:lnTo>
                  <a:lnTo>
                    <a:pt x="1243584" y="292608"/>
                  </a:lnTo>
                  <a:lnTo>
                    <a:pt x="1257817" y="289732"/>
                  </a:lnTo>
                  <a:lnTo>
                    <a:pt x="1269444" y="281892"/>
                  </a:lnTo>
                  <a:lnTo>
                    <a:pt x="1277284" y="270265"/>
                  </a:lnTo>
                  <a:lnTo>
                    <a:pt x="1280160" y="256032"/>
                  </a:lnTo>
                  <a:lnTo>
                    <a:pt x="1280160" y="36575"/>
                  </a:lnTo>
                  <a:lnTo>
                    <a:pt x="1277284" y="22342"/>
                  </a:lnTo>
                  <a:lnTo>
                    <a:pt x="1269444" y="10715"/>
                  </a:lnTo>
                  <a:lnTo>
                    <a:pt x="1257817" y="2875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E8EF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90262" y="2214118"/>
              <a:ext cx="282448" cy="1508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02098" y="2214118"/>
              <a:ext cx="100584" cy="1508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52389" y="2214118"/>
              <a:ext cx="415137" cy="1508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0119" y="2724023"/>
              <a:ext cx="390144" cy="2819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55191" y="2724023"/>
              <a:ext cx="780694" cy="2819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800097" y="2724023"/>
              <a:ext cx="585215" cy="2819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90241" y="2724023"/>
              <a:ext cx="658368" cy="2819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738882" y="2724023"/>
              <a:ext cx="780288" cy="2819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385057" y="2724023"/>
              <a:ext cx="390143" cy="28193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580129" y="2724023"/>
              <a:ext cx="194767" cy="2819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10051" y="2724023"/>
              <a:ext cx="585215" cy="2819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59631" y="2724023"/>
              <a:ext cx="780288" cy="2819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04282" y="2724023"/>
              <a:ext cx="585215" cy="2819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94426" y="2724023"/>
              <a:ext cx="192024" cy="28193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90438" y="2724023"/>
              <a:ext cx="585215" cy="2819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12519" y="2998038"/>
              <a:ext cx="585673" cy="282244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6220903" y="1830162"/>
            <a:ext cx="5419090" cy="2127250"/>
            <a:chOff x="6220903" y="1830162"/>
            <a:chExt cx="5419090" cy="2127250"/>
          </a:xfrm>
        </p:grpSpPr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20903" y="1830162"/>
              <a:ext cx="5418711" cy="212706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291072" y="1874520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521208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1920239"/>
                  </a:lnTo>
                  <a:lnTo>
                    <a:pt x="5750" y="1948707"/>
                  </a:lnTo>
                  <a:lnTo>
                    <a:pt x="21431" y="1971960"/>
                  </a:lnTo>
                  <a:lnTo>
                    <a:pt x="44684" y="1987641"/>
                  </a:lnTo>
                  <a:lnTo>
                    <a:pt x="73151" y="1993391"/>
                  </a:lnTo>
                  <a:lnTo>
                    <a:pt x="5212080" y="1993391"/>
                  </a:lnTo>
                  <a:lnTo>
                    <a:pt x="5240547" y="1987641"/>
                  </a:lnTo>
                  <a:lnTo>
                    <a:pt x="5263800" y="1971960"/>
                  </a:lnTo>
                  <a:lnTo>
                    <a:pt x="5279481" y="1948707"/>
                  </a:lnTo>
                  <a:lnTo>
                    <a:pt x="5285232" y="1920239"/>
                  </a:lnTo>
                  <a:lnTo>
                    <a:pt x="5285232" y="73151"/>
                  </a:lnTo>
                  <a:lnTo>
                    <a:pt x="5279481" y="44684"/>
                  </a:lnTo>
                  <a:lnTo>
                    <a:pt x="5263800" y="21431"/>
                  </a:lnTo>
                  <a:lnTo>
                    <a:pt x="5240547" y="5750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91072" y="1874520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212080" y="0"/>
                  </a:lnTo>
                  <a:lnTo>
                    <a:pt x="5240547" y="5750"/>
                  </a:lnTo>
                  <a:lnTo>
                    <a:pt x="5263800" y="21431"/>
                  </a:lnTo>
                  <a:lnTo>
                    <a:pt x="5279481" y="44684"/>
                  </a:lnTo>
                  <a:lnTo>
                    <a:pt x="5285232" y="73151"/>
                  </a:lnTo>
                  <a:lnTo>
                    <a:pt x="5285232" y="1920239"/>
                  </a:lnTo>
                  <a:lnTo>
                    <a:pt x="5279481" y="1948707"/>
                  </a:lnTo>
                  <a:lnTo>
                    <a:pt x="5263800" y="1971960"/>
                  </a:lnTo>
                  <a:lnTo>
                    <a:pt x="5240547" y="1987641"/>
                  </a:lnTo>
                  <a:lnTo>
                    <a:pt x="5212080" y="1993391"/>
                  </a:lnTo>
                  <a:lnTo>
                    <a:pt x="73151" y="1993391"/>
                  </a:lnTo>
                  <a:lnTo>
                    <a:pt x="44684" y="1987641"/>
                  </a:lnTo>
                  <a:lnTo>
                    <a:pt x="21431" y="1971960"/>
                  </a:lnTo>
                  <a:lnTo>
                    <a:pt x="5750" y="1948707"/>
                  </a:lnTo>
                  <a:lnTo>
                    <a:pt x="0" y="1920239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91072" y="1874520"/>
              <a:ext cx="73660" cy="1993900"/>
            </a:xfrm>
            <a:custGeom>
              <a:avLst/>
              <a:gdLst/>
              <a:ahLst/>
              <a:cxnLst/>
              <a:rect l="l" t="t" r="r" b="b"/>
              <a:pathLst>
                <a:path w="73660" h="1993900">
                  <a:moveTo>
                    <a:pt x="73151" y="0"/>
                  </a:moveTo>
                  <a:lnTo>
                    <a:pt x="0" y="0"/>
                  </a:lnTo>
                  <a:lnTo>
                    <a:pt x="0" y="1993391"/>
                  </a:lnTo>
                  <a:lnTo>
                    <a:pt x="73151" y="1993391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565391" y="2112264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4">
                  <a:moveTo>
                    <a:pt x="256031" y="0"/>
                  </a:moveTo>
                  <a:lnTo>
                    <a:pt x="210023" y="4126"/>
                  </a:lnTo>
                  <a:lnTo>
                    <a:pt x="166714" y="16023"/>
                  </a:lnTo>
                  <a:lnTo>
                    <a:pt x="126830" y="34967"/>
                  </a:lnTo>
                  <a:lnTo>
                    <a:pt x="91095" y="60232"/>
                  </a:lnTo>
                  <a:lnTo>
                    <a:pt x="60232" y="91095"/>
                  </a:lnTo>
                  <a:lnTo>
                    <a:pt x="34967" y="126830"/>
                  </a:lnTo>
                  <a:lnTo>
                    <a:pt x="16023" y="166714"/>
                  </a:lnTo>
                  <a:lnTo>
                    <a:pt x="4126" y="210023"/>
                  </a:lnTo>
                  <a:lnTo>
                    <a:pt x="0" y="256032"/>
                  </a:lnTo>
                  <a:lnTo>
                    <a:pt x="4126" y="302040"/>
                  </a:lnTo>
                  <a:lnTo>
                    <a:pt x="16023" y="345349"/>
                  </a:lnTo>
                  <a:lnTo>
                    <a:pt x="34967" y="385233"/>
                  </a:lnTo>
                  <a:lnTo>
                    <a:pt x="60232" y="420968"/>
                  </a:lnTo>
                  <a:lnTo>
                    <a:pt x="91095" y="451831"/>
                  </a:lnTo>
                  <a:lnTo>
                    <a:pt x="126830" y="477096"/>
                  </a:lnTo>
                  <a:lnTo>
                    <a:pt x="166714" y="496040"/>
                  </a:lnTo>
                  <a:lnTo>
                    <a:pt x="210023" y="507937"/>
                  </a:lnTo>
                  <a:lnTo>
                    <a:pt x="256031" y="512063"/>
                  </a:lnTo>
                  <a:lnTo>
                    <a:pt x="302040" y="507937"/>
                  </a:lnTo>
                  <a:lnTo>
                    <a:pt x="345349" y="496040"/>
                  </a:lnTo>
                  <a:lnTo>
                    <a:pt x="385233" y="477096"/>
                  </a:lnTo>
                  <a:lnTo>
                    <a:pt x="420968" y="451831"/>
                  </a:lnTo>
                  <a:lnTo>
                    <a:pt x="451831" y="420968"/>
                  </a:lnTo>
                  <a:lnTo>
                    <a:pt x="477096" y="385233"/>
                  </a:lnTo>
                  <a:lnTo>
                    <a:pt x="496040" y="345349"/>
                  </a:lnTo>
                  <a:lnTo>
                    <a:pt x="507937" y="302040"/>
                  </a:lnTo>
                  <a:lnTo>
                    <a:pt x="512063" y="256032"/>
                  </a:lnTo>
                  <a:lnTo>
                    <a:pt x="507937" y="210023"/>
                  </a:lnTo>
                  <a:lnTo>
                    <a:pt x="496040" y="166714"/>
                  </a:lnTo>
                  <a:lnTo>
                    <a:pt x="477096" y="126830"/>
                  </a:lnTo>
                  <a:lnTo>
                    <a:pt x="451831" y="91095"/>
                  </a:lnTo>
                  <a:lnTo>
                    <a:pt x="420968" y="60232"/>
                  </a:lnTo>
                  <a:lnTo>
                    <a:pt x="385233" y="34967"/>
                  </a:lnTo>
                  <a:lnTo>
                    <a:pt x="345349" y="16023"/>
                  </a:lnTo>
                  <a:lnTo>
                    <a:pt x="302040" y="4126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 descr="preencoded.png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703694" y="2250478"/>
              <a:ext cx="235546" cy="23554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206361" y="2198243"/>
              <a:ext cx="658368" cy="31699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712328" y="2198243"/>
              <a:ext cx="658368" cy="31699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219820" y="2198243"/>
              <a:ext cx="658825" cy="31699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0158984" y="2148840"/>
              <a:ext cx="1280160" cy="292735"/>
            </a:xfrm>
            <a:custGeom>
              <a:avLst/>
              <a:gdLst/>
              <a:ahLst/>
              <a:cxnLst/>
              <a:rect l="l" t="t" r="r" b="b"/>
              <a:pathLst>
                <a:path w="1280159" h="292735">
                  <a:moveTo>
                    <a:pt x="124358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256032"/>
                  </a:lnTo>
                  <a:lnTo>
                    <a:pt x="2875" y="270265"/>
                  </a:lnTo>
                  <a:lnTo>
                    <a:pt x="10715" y="281892"/>
                  </a:lnTo>
                  <a:lnTo>
                    <a:pt x="22342" y="289732"/>
                  </a:lnTo>
                  <a:lnTo>
                    <a:pt x="36575" y="292608"/>
                  </a:lnTo>
                  <a:lnTo>
                    <a:pt x="1243584" y="292608"/>
                  </a:lnTo>
                  <a:lnTo>
                    <a:pt x="1257817" y="289732"/>
                  </a:lnTo>
                  <a:lnTo>
                    <a:pt x="1269444" y="281892"/>
                  </a:lnTo>
                  <a:lnTo>
                    <a:pt x="1277284" y="270265"/>
                  </a:lnTo>
                  <a:lnTo>
                    <a:pt x="1280160" y="256032"/>
                  </a:lnTo>
                  <a:lnTo>
                    <a:pt x="1280160" y="36575"/>
                  </a:lnTo>
                  <a:lnTo>
                    <a:pt x="1277284" y="22342"/>
                  </a:lnTo>
                  <a:lnTo>
                    <a:pt x="1269444" y="10715"/>
                  </a:lnTo>
                  <a:lnTo>
                    <a:pt x="1257817" y="2875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E8EF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505185" y="2214118"/>
              <a:ext cx="282448" cy="15087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717021" y="2214118"/>
              <a:ext cx="100583" cy="15087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767314" y="2214118"/>
              <a:ext cx="391731" cy="15087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66281" y="2724023"/>
              <a:ext cx="390144" cy="28193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761352" y="2724023"/>
              <a:ext cx="1574037" cy="28193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230489" y="2724023"/>
              <a:ext cx="390144" cy="28193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484997" y="2724023"/>
              <a:ext cx="1652016" cy="281939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039858" y="2724023"/>
              <a:ext cx="585216" cy="28193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489438" y="2724023"/>
              <a:ext cx="585216" cy="281939"/>
            </a:xfrm>
            <a:prstGeom prst="rect">
              <a:avLst/>
            </a:prstGeom>
          </p:spPr>
        </p:pic>
      </p:grpSp>
      <p:grpSp>
        <p:nvGrpSpPr>
          <p:cNvPr id="61" name="object 61"/>
          <p:cNvGrpSpPr/>
          <p:nvPr/>
        </p:nvGrpSpPr>
        <p:grpSpPr>
          <a:xfrm>
            <a:off x="615631" y="4097886"/>
            <a:ext cx="5419090" cy="2127250"/>
            <a:chOff x="615631" y="4097886"/>
            <a:chExt cx="5419090" cy="2127250"/>
          </a:xfrm>
        </p:grpSpPr>
        <p:pic>
          <p:nvPicPr>
            <p:cNvPr id="62" name="object 6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631" y="4097886"/>
              <a:ext cx="5418711" cy="2127065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85799" y="4142231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5212080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1920227"/>
                  </a:lnTo>
                  <a:lnTo>
                    <a:pt x="5748" y="1948707"/>
                  </a:lnTo>
                  <a:lnTo>
                    <a:pt x="21426" y="1971963"/>
                  </a:lnTo>
                  <a:lnTo>
                    <a:pt x="44678" y="1987642"/>
                  </a:lnTo>
                  <a:lnTo>
                    <a:pt x="73151" y="1993392"/>
                  </a:lnTo>
                  <a:lnTo>
                    <a:pt x="5212080" y="1993392"/>
                  </a:lnTo>
                  <a:lnTo>
                    <a:pt x="5240547" y="1987642"/>
                  </a:lnTo>
                  <a:lnTo>
                    <a:pt x="5263800" y="1971963"/>
                  </a:lnTo>
                  <a:lnTo>
                    <a:pt x="5279481" y="1948707"/>
                  </a:lnTo>
                  <a:lnTo>
                    <a:pt x="5285232" y="1920227"/>
                  </a:lnTo>
                  <a:lnTo>
                    <a:pt x="5285232" y="73152"/>
                  </a:lnTo>
                  <a:lnTo>
                    <a:pt x="5279481" y="44684"/>
                  </a:lnTo>
                  <a:lnTo>
                    <a:pt x="5263800" y="21431"/>
                  </a:lnTo>
                  <a:lnTo>
                    <a:pt x="5240547" y="5750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5799" y="4142231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212080" y="0"/>
                  </a:lnTo>
                  <a:lnTo>
                    <a:pt x="5240547" y="5750"/>
                  </a:lnTo>
                  <a:lnTo>
                    <a:pt x="5263800" y="21431"/>
                  </a:lnTo>
                  <a:lnTo>
                    <a:pt x="5279481" y="44684"/>
                  </a:lnTo>
                  <a:lnTo>
                    <a:pt x="5285232" y="73152"/>
                  </a:lnTo>
                  <a:lnTo>
                    <a:pt x="5285232" y="1920227"/>
                  </a:lnTo>
                  <a:lnTo>
                    <a:pt x="5279481" y="1948707"/>
                  </a:lnTo>
                  <a:lnTo>
                    <a:pt x="5263800" y="1971963"/>
                  </a:lnTo>
                  <a:lnTo>
                    <a:pt x="5240547" y="1987642"/>
                  </a:lnTo>
                  <a:lnTo>
                    <a:pt x="5212080" y="1993392"/>
                  </a:lnTo>
                  <a:lnTo>
                    <a:pt x="73151" y="1993392"/>
                  </a:lnTo>
                  <a:lnTo>
                    <a:pt x="44678" y="1987642"/>
                  </a:lnTo>
                  <a:lnTo>
                    <a:pt x="21426" y="1971963"/>
                  </a:lnTo>
                  <a:lnTo>
                    <a:pt x="5748" y="1948707"/>
                  </a:lnTo>
                  <a:lnTo>
                    <a:pt x="0" y="1920227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5799" y="4142231"/>
              <a:ext cx="73660" cy="1993900"/>
            </a:xfrm>
            <a:custGeom>
              <a:avLst/>
              <a:gdLst/>
              <a:ahLst/>
              <a:cxnLst/>
              <a:rect l="l" t="t" r="r" b="b"/>
              <a:pathLst>
                <a:path w="73659" h="1993900">
                  <a:moveTo>
                    <a:pt x="73151" y="0"/>
                  </a:moveTo>
                  <a:lnTo>
                    <a:pt x="0" y="0"/>
                  </a:lnTo>
                  <a:lnTo>
                    <a:pt x="0" y="1993392"/>
                  </a:lnTo>
                  <a:lnTo>
                    <a:pt x="73151" y="199339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60119" y="4379975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4" h="512445">
                  <a:moveTo>
                    <a:pt x="256032" y="0"/>
                  </a:moveTo>
                  <a:lnTo>
                    <a:pt x="210010" y="4126"/>
                  </a:lnTo>
                  <a:lnTo>
                    <a:pt x="166694" y="16023"/>
                  </a:lnTo>
                  <a:lnTo>
                    <a:pt x="126808" y="34967"/>
                  </a:lnTo>
                  <a:lnTo>
                    <a:pt x="91074" y="60232"/>
                  </a:lnTo>
                  <a:lnTo>
                    <a:pt x="60215" y="91095"/>
                  </a:lnTo>
                  <a:lnTo>
                    <a:pt x="34956" y="126830"/>
                  </a:lnTo>
                  <a:lnTo>
                    <a:pt x="16018" y="166714"/>
                  </a:lnTo>
                  <a:lnTo>
                    <a:pt x="4125" y="210023"/>
                  </a:lnTo>
                  <a:lnTo>
                    <a:pt x="0" y="256031"/>
                  </a:lnTo>
                  <a:lnTo>
                    <a:pt x="4125" y="302040"/>
                  </a:lnTo>
                  <a:lnTo>
                    <a:pt x="16018" y="345349"/>
                  </a:lnTo>
                  <a:lnTo>
                    <a:pt x="34956" y="385233"/>
                  </a:lnTo>
                  <a:lnTo>
                    <a:pt x="60215" y="420968"/>
                  </a:lnTo>
                  <a:lnTo>
                    <a:pt x="91074" y="451831"/>
                  </a:lnTo>
                  <a:lnTo>
                    <a:pt x="126808" y="477096"/>
                  </a:lnTo>
                  <a:lnTo>
                    <a:pt x="166694" y="496040"/>
                  </a:lnTo>
                  <a:lnTo>
                    <a:pt x="210010" y="507937"/>
                  </a:lnTo>
                  <a:lnTo>
                    <a:pt x="256032" y="512063"/>
                  </a:lnTo>
                  <a:lnTo>
                    <a:pt x="302040" y="507937"/>
                  </a:lnTo>
                  <a:lnTo>
                    <a:pt x="345349" y="496040"/>
                  </a:lnTo>
                  <a:lnTo>
                    <a:pt x="385233" y="477096"/>
                  </a:lnTo>
                  <a:lnTo>
                    <a:pt x="420968" y="451831"/>
                  </a:lnTo>
                  <a:lnTo>
                    <a:pt x="451831" y="420968"/>
                  </a:lnTo>
                  <a:lnTo>
                    <a:pt x="477096" y="385233"/>
                  </a:lnTo>
                  <a:lnTo>
                    <a:pt x="496040" y="345349"/>
                  </a:lnTo>
                  <a:lnTo>
                    <a:pt x="507937" y="302040"/>
                  </a:lnTo>
                  <a:lnTo>
                    <a:pt x="512064" y="256031"/>
                  </a:lnTo>
                  <a:lnTo>
                    <a:pt x="507937" y="210023"/>
                  </a:lnTo>
                  <a:lnTo>
                    <a:pt x="496040" y="166714"/>
                  </a:lnTo>
                  <a:lnTo>
                    <a:pt x="477096" y="126830"/>
                  </a:lnTo>
                  <a:lnTo>
                    <a:pt x="451831" y="91095"/>
                  </a:lnTo>
                  <a:lnTo>
                    <a:pt x="420968" y="60232"/>
                  </a:lnTo>
                  <a:lnTo>
                    <a:pt x="385233" y="34967"/>
                  </a:lnTo>
                  <a:lnTo>
                    <a:pt x="345349" y="16023"/>
                  </a:lnTo>
                  <a:lnTo>
                    <a:pt x="302040" y="4126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 descr="preencoded.png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98372" y="4518190"/>
              <a:ext cx="235546" cy="23554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00453" y="4466589"/>
              <a:ext cx="877823" cy="31699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25877" y="4466589"/>
              <a:ext cx="438912" cy="31699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613913" y="4466589"/>
              <a:ext cx="658367" cy="31699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119882" y="4466589"/>
              <a:ext cx="658368" cy="31699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4553712" y="4416551"/>
              <a:ext cx="1280160" cy="292735"/>
            </a:xfrm>
            <a:custGeom>
              <a:avLst/>
              <a:gdLst/>
              <a:ahLst/>
              <a:cxnLst/>
              <a:rect l="l" t="t" r="r" b="b"/>
              <a:pathLst>
                <a:path w="1280160" h="292735">
                  <a:moveTo>
                    <a:pt x="124358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256031"/>
                  </a:lnTo>
                  <a:lnTo>
                    <a:pt x="2875" y="270265"/>
                  </a:lnTo>
                  <a:lnTo>
                    <a:pt x="10715" y="281892"/>
                  </a:lnTo>
                  <a:lnTo>
                    <a:pt x="22342" y="289732"/>
                  </a:lnTo>
                  <a:lnTo>
                    <a:pt x="36575" y="292608"/>
                  </a:lnTo>
                  <a:lnTo>
                    <a:pt x="1243584" y="292608"/>
                  </a:lnTo>
                  <a:lnTo>
                    <a:pt x="1257817" y="289732"/>
                  </a:lnTo>
                  <a:lnTo>
                    <a:pt x="1269444" y="281892"/>
                  </a:lnTo>
                  <a:lnTo>
                    <a:pt x="1277284" y="270265"/>
                  </a:lnTo>
                  <a:lnTo>
                    <a:pt x="1280160" y="256031"/>
                  </a:lnTo>
                  <a:lnTo>
                    <a:pt x="1280160" y="36575"/>
                  </a:lnTo>
                  <a:lnTo>
                    <a:pt x="1277284" y="22342"/>
                  </a:lnTo>
                  <a:lnTo>
                    <a:pt x="1269444" y="10715"/>
                  </a:lnTo>
                  <a:lnTo>
                    <a:pt x="1257817" y="2875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E8EF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90262" y="4482337"/>
              <a:ext cx="282448" cy="15087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02098" y="4482337"/>
              <a:ext cx="100584" cy="15087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152389" y="4482337"/>
              <a:ext cx="415137" cy="15087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0119" y="4992369"/>
              <a:ext cx="390144" cy="28194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55191" y="4992369"/>
              <a:ext cx="585673" cy="28194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545589" y="4992369"/>
              <a:ext cx="161544" cy="28194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626361" y="4992369"/>
              <a:ext cx="585215" cy="28194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016505" y="4992369"/>
              <a:ext cx="1153363" cy="28194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065017" y="4992369"/>
              <a:ext cx="780694" cy="28194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710051" y="4992369"/>
              <a:ext cx="585215" cy="28194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159631" y="4992369"/>
              <a:ext cx="585215" cy="28194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609211" y="4992369"/>
              <a:ext cx="585215" cy="28194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60119" y="5316931"/>
              <a:ext cx="390144" cy="28194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55191" y="5316931"/>
              <a:ext cx="585673" cy="28194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605025" y="5316931"/>
              <a:ext cx="585215" cy="28194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054605" y="5316931"/>
              <a:ext cx="390144" cy="28194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307589" y="5316931"/>
              <a:ext cx="585215" cy="28194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757170" y="5316931"/>
              <a:ext cx="780287" cy="28194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401822" y="5316931"/>
              <a:ext cx="585673" cy="28194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792347" y="5316931"/>
              <a:ext cx="161544" cy="28194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873118" y="5316931"/>
              <a:ext cx="585215" cy="28194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322699" y="5316931"/>
              <a:ext cx="585215" cy="28194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772279" y="5316931"/>
              <a:ext cx="585215" cy="28194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221858" y="5316931"/>
              <a:ext cx="585215" cy="281940"/>
            </a:xfrm>
            <a:prstGeom prst="rect">
              <a:avLst/>
            </a:prstGeom>
          </p:spPr>
        </p:pic>
      </p:grpSp>
      <p:grpSp>
        <p:nvGrpSpPr>
          <p:cNvPr id="97" name="object 97"/>
          <p:cNvGrpSpPr/>
          <p:nvPr/>
        </p:nvGrpSpPr>
        <p:grpSpPr>
          <a:xfrm>
            <a:off x="6220903" y="4097886"/>
            <a:ext cx="5419090" cy="2127250"/>
            <a:chOff x="6220903" y="4097886"/>
            <a:chExt cx="5419090" cy="2127250"/>
          </a:xfrm>
        </p:grpSpPr>
        <p:pic>
          <p:nvPicPr>
            <p:cNvPr id="98" name="object 9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20903" y="4097886"/>
              <a:ext cx="5418711" cy="2127065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6291072" y="4142231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5212080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1920227"/>
                  </a:lnTo>
                  <a:lnTo>
                    <a:pt x="5750" y="1948707"/>
                  </a:lnTo>
                  <a:lnTo>
                    <a:pt x="21431" y="1971963"/>
                  </a:lnTo>
                  <a:lnTo>
                    <a:pt x="44684" y="1987642"/>
                  </a:lnTo>
                  <a:lnTo>
                    <a:pt x="73151" y="1993392"/>
                  </a:lnTo>
                  <a:lnTo>
                    <a:pt x="5212080" y="1993392"/>
                  </a:lnTo>
                  <a:lnTo>
                    <a:pt x="5240547" y="1987642"/>
                  </a:lnTo>
                  <a:lnTo>
                    <a:pt x="5263800" y="1971963"/>
                  </a:lnTo>
                  <a:lnTo>
                    <a:pt x="5279481" y="1948707"/>
                  </a:lnTo>
                  <a:lnTo>
                    <a:pt x="5285232" y="1920227"/>
                  </a:lnTo>
                  <a:lnTo>
                    <a:pt x="5285232" y="73152"/>
                  </a:lnTo>
                  <a:lnTo>
                    <a:pt x="5279481" y="44684"/>
                  </a:lnTo>
                  <a:lnTo>
                    <a:pt x="5263800" y="21431"/>
                  </a:lnTo>
                  <a:lnTo>
                    <a:pt x="5240547" y="5750"/>
                  </a:lnTo>
                  <a:lnTo>
                    <a:pt x="52120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291072" y="4142231"/>
              <a:ext cx="5285740" cy="1993900"/>
            </a:xfrm>
            <a:custGeom>
              <a:avLst/>
              <a:gdLst/>
              <a:ahLst/>
              <a:cxnLst/>
              <a:rect l="l" t="t" r="r" b="b"/>
              <a:pathLst>
                <a:path w="5285740" h="199390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5212080" y="0"/>
                  </a:lnTo>
                  <a:lnTo>
                    <a:pt x="5240547" y="5750"/>
                  </a:lnTo>
                  <a:lnTo>
                    <a:pt x="5263800" y="21431"/>
                  </a:lnTo>
                  <a:lnTo>
                    <a:pt x="5279481" y="44684"/>
                  </a:lnTo>
                  <a:lnTo>
                    <a:pt x="5285232" y="73152"/>
                  </a:lnTo>
                  <a:lnTo>
                    <a:pt x="5285232" y="1920227"/>
                  </a:lnTo>
                  <a:lnTo>
                    <a:pt x="5279481" y="1948707"/>
                  </a:lnTo>
                  <a:lnTo>
                    <a:pt x="5263800" y="1971963"/>
                  </a:lnTo>
                  <a:lnTo>
                    <a:pt x="5240547" y="1987642"/>
                  </a:lnTo>
                  <a:lnTo>
                    <a:pt x="5212080" y="1993392"/>
                  </a:lnTo>
                  <a:lnTo>
                    <a:pt x="73151" y="1993392"/>
                  </a:lnTo>
                  <a:lnTo>
                    <a:pt x="44684" y="1987642"/>
                  </a:lnTo>
                  <a:lnTo>
                    <a:pt x="21431" y="1971963"/>
                  </a:lnTo>
                  <a:lnTo>
                    <a:pt x="5750" y="1948707"/>
                  </a:lnTo>
                  <a:lnTo>
                    <a:pt x="0" y="1920227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291072" y="4142231"/>
              <a:ext cx="73660" cy="1993900"/>
            </a:xfrm>
            <a:custGeom>
              <a:avLst/>
              <a:gdLst/>
              <a:ahLst/>
              <a:cxnLst/>
              <a:rect l="l" t="t" r="r" b="b"/>
              <a:pathLst>
                <a:path w="73660" h="1993900">
                  <a:moveTo>
                    <a:pt x="73151" y="0"/>
                  </a:moveTo>
                  <a:lnTo>
                    <a:pt x="0" y="0"/>
                  </a:lnTo>
                  <a:lnTo>
                    <a:pt x="0" y="1993392"/>
                  </a:lnTo>
                  <a:lnTo>
                    <a:pt x="73151" y="1993392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565391" y="4379975"/>
              <a:ext cx="512445" cy="512445"/>
            </a:xfrm>
            <a:custGeom>
              <a:avLst/>
              <a:gdLst/>
              <a:ahLst/>
              <a:cxnLst/>
              <a:rect l="l" t="t" r="r" b="b"/>
              <a:pathLst>
                <a:path w="512445" h="512445">
                  <a:moveTo>
                    <a:pt x="256031" y="0"/>
                  </a:moveTo>
                  <a:lnTo>
                    <a:pt x="210023" y="4126"/>
                  </a:lnTo>
                  <a:lnTo>
                    <a:pt x="166714" y="16023"/>
                  </a:lnTo>
                  <a:lnTo>
                    <a:pt x="126830" y="34967"/>
                  </a:lnTo>
                  <a:lnTo>
                    <a:pt x="91095" y="60232"/>
                  </a:lnTo>
                  <a:lnTo>
                    <a:pt x="60232" y="91095"/>
                  </a:lnTo>
                  <a:lnTo>
                    <a:pt x="34967" y="126830"/>
                  </a:lnTo>
                  <a:lnTo>
                    <a:pt x="16023" y="166714"/>
                  </a:lnTo>
                  <a:lnTo>
                    <a:pt x="4126" y="210023"/>
                  </a:lnTo>
                  <a:lnTo>
                    <a:pt x="0" y="256031"/>
                  </a:lnTo>
                  <a:lnTo>
                    <a:pt x="4126" y="302040"/>
                  </a:lnTo>
                  <a:lnTo>
                    <a:pt x="16023" y="345349"/>
                  </a:lnTo>
                  <a:lnTo>
                    <a:pt x="34967" y="385233"/>
                  </a:lnTo>
                  <a:lnTo>
                    <a:pt x="60232" y="420968"/>
                  </a:lnTo>
                  <a:lnTo>
                    <a:pt x="91095" y="451831"/>
                  </a:lnTo>
                  <a:lnTo>
                    <a:pt x="126830" y="477096"/>
                  </a:lnTo>
                  <a:lnTo>
                    <a:pt x="166714" y="496040"/>
                  </a:lnTo>
                  <a:lnTo>
                    <a:pt x="210023" y="507937"/>
                  </a:lnTo>
                  <a:lnTo>
                    <a:pt x="256031" y="512063"/>
                  </a:lnTo>
                  <a:lnTo>
                    <a:pt x="302040" y="507937"/>
                  </a:lnTo>
                  <a:lnTo>
                    <a:pt x="345349" y="496040"/>
                  </a:lnTo>
                  <a:lnTo>
                    <a:pt x="385233" y="477096"/>
                  </a:lnTo>
                  <a:lnTo>
                    <a:pt x="420968" y="451831"/>
                  </a:lnTo>
                  <a:lnTo>
                    <a:pt x="451831" y="420968"/>
                  </a:lnTo>
                  <a:lnTo>
                    <a:pt x="477096" y="385233"/>
                  </a:lnTo>
                  <a:lnTo>
                    <a:pt x="496040" y="345349"/>
                  </a:lnTo>
                  <a:lnTo>
                    <a:pt x="507937" y="302040"/>
                  </a:lnTo>
                  <a:lnTo>
                    <a:pt x="512063" y="256031"/>
                  </a:lnTo>
                  <a:lnTo>
                    <a:pt x="507937" y="210023"/>
                  </a:lnTo>
                  <a:lnTo>
                    <a:pt x="496040" y="166714"/>
                  </a:lnTo>
                  <a:lnTo>
                    <a:pt x="477096" y="126830"/>
                  </a:lnTo>
                  <a:lnTo>
                    <a:pt x="451831" y="91095"/>
                  </a:lnTo>
                  <a:lnTo>
                    <a:pt x="420968" y="60232"/>
                  </a:lnTo>
                  <a:lnTo>
                    <a:pt x="385233" y="34967"/>
                  </a:lnTo>
                  <a:lnTo>
                    <a:pt x="345349" y="16023"/>
                  </a:lnTo>
                  <a:lnTo>
                    <a:pt x="302040" y="4126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 descr="preencoded.png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703694" y="4518190"/>
              <a:ext cx="235546" cy="235546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206361" y="4466589"/>
              <a:ext cx="658368" cy="31699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712328" y="4466589"/>
              <a:ext cx="658368" cy="31699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19820" y="4466589"/>
              <a:ext cx="438911" cy="316992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506332" y="4466589"/>
              <a:ext cx="658825" cy="316992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9012682" y="4466589"/>
              <a:ext cx="658368" cy="316992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10158984" y="4416551"/>
              <a:ext cx="1280160" cy="292735"/>
            </a:xfrm>
            <a:custGeom>
              <a:avLst/>
              <a:gdLst/>
              <a:ahLst/>
              <a:cxnLst/>
              <a:rect l="l" t="t" r="r" b="b"/>
              <a:pathLst>
                <a:path w="1280159" h="292735">
                  <a:moveTo>
                    <a:pt x="1243584" y="0"/>
                  </a:moveTo>
                  <a:lnTo>
                    <a:pt x="36575" y="0"/>
                  </a:lnTo>
                  <a:lnTo>
                    <a:pt x="22342" y="2875"/>
                  </a:lnTo>
                  <a:lnTo>
                    <a:pt x="10715" y="10715"/>
                  </a:lnTo>
                  <a:lnTo>
                    <a:pt x="2875" y="22342"/>
                  </a:lnTo>
                  <a:lnTo>
                    <a:pt x="0" y="36575"/>
                  </a:lnTo>
                  <a:lnTo>
                    <a:pt x="0" y="256031"/>
                  </a:lnTo>
                  <a:lnTo>
                    <a:pt x="2875" y="270265"/>
                  </a:lnTo>
                  <a:lnTo>
                    <a:pt x="10715" y="281892"/>
                  </a:lnTo>
                  <a:lnTo>
                    <a:pt x="22342" y="289732"/>
                  </a:lnTo>
                  <a:lnTo>
                    <a:pt x="36575" y="292608"/>
                  </a:lnTo>
                  <a:lnTo>
                    <a:pt x="1243584" y="292608"/>
                  </a:lnTo>
                  <a:lnTo>
                    <a:pt x="1257817" y="289732"/>
                  </a:lnTo>
                  <a:lnTo>
                    <a:pt x="1269444" y="281892"/>
                  </a:lnTo>
                  <a:lnTo>
                    <a:pt x="1277284" y="270265"/>
                  </a:lnTo>
                  <a:lnTo>
                    <a:pt x="1280160" y="256031"/>
                  </a:lnTo>
                  <a:lnTo>
                    <a:pt x="1280160" y="36575"/>
                  </a:lnTo>
                  <a:lnTo>
                    <a:pt x="1277284" y="22342"/>
                  </a:lnTo>
                  <a:lnTo>
                    <a:pt x="1269444" y="10715"/>
                  </a:lnTo>
                  <a:lnTo>
                    <a:pt x="1257817" y="2875"/>
                  </a:lnTo>
                  <a:lnTo>
                    <a:pt x="1243584" y="0"/>
                  </a:lnTo>
                  <a:close/>
                </a:path>
              </a:pathLst>
            </a:custGeom>
            <a:solidFill>
              <a:srgbClr val="E8EF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0424414" y="4482337"/>
              <a:ext cx="819962" cy="150875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66281" y="4992369"/>
              <a:ext cx="390144" cy="28194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761352" y="4992369"/>
              <a:ext cx="780287" cy="281940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06005" y="4992369"/>
              <a:ext cx="585216" cy="28194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855585" y="4992369"/>
              <a:ext cx="780288" cy="28194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500236" y="4992369"/>
              <a:ext cx="265633" cy="28194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677401" y="4992369"/>
              <a:ext cx="585216" cy="28194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9126982" y="4992369"/>
              <a:ext cx="585216" cy="28194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576561" y="4992369"/>
              <a:ext cx="585216" cy="28194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0026141" y="4992369"/>
              <a:ext cx="585216" cy="281940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66281" y="5316931"/>
              <a:ext cx="390144" cy="281940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761352" y="5316931"/>
              <a:ext cx="780287" cy="28194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346569" y="5316931"/>
              <a:ext cx="161544" cy="281940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7427341" y="5316931"/>
              <a:ext cx="585216" cy="281940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876920" y="5316931"/>
              <a:ext cx="585216" cy="281940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8267064" y="5316931"/>
              <a:ext cx="581761" cy="281940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8765794" y="5316931"/>
              <a:ext cx="585216" cy="281940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9213850" y="5316931"/>
              <a:ext cx="585216" cy="28194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9663429" y="5316931"/>
              <a:ext cx="585216" cy="28194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0113009" y="5316931"/>
              <a:ext cx="780288" cy="28194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66281" y="5641238"/>
              <a:ext cx="390144" cy="282244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761352" y="5641238"/>
              <a:ext cx="780287" cy="282244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406005" y="5641238"/>
              <a:ext cx="585216" cy="282244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796149" y="5641238"/>
              <a:ext cx="161544" cy="28224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7876920" y="5641238"/>
              <a:ext cx="780288" cy="282244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462136" y="5641238"/>
              <a:ext cx="161544" cy="282244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8542908" y="5641238"/>
              <a:ext cx="780694" cy="282244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9189466" y="5641238"/>
              <a:ext cx="975359" cy="282244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0029190" y="5641238"/>
              <a:ext cx="585216" cy="282244"/>
            </a:xfrm>
            <a:prstGeom prst="rect">
              <a:avLst/>
            </a:prstGeom>
          </p:spPr>
        </p:pic>
      </p:grpSp>
      <p:grpSp>
        <p:nvGrpSpPr>
          <p:cNvPr id="139" name="object 139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140" name="object 14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146" name="object 146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147" name="object 147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136265" cy="228600"/>
            <a:chOff x="960119" y="471169"/>
            <a:chExt cx="313626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1558163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79602"/>
            <a:ext cx="2703830" cy="440690"/>
            <a:chOff x="685800" y="879602"/>
            <a:chExt cx="2703830" cy="44069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79602"/>
              <a:ext cx="937717" cy="4404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3001" y="879602"/>
              <a:ext cx="1249680" cy="4404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2370" y="879602"/>
              <a:ext cx="937259" cy="44043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166617" y="898905"/>
            <a:ext cx="342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0" dirty="0">
                <a:solidFill>
                  <a:srgbClr val="091B39"/>
                </a:solidFill>
                <a:latin typeface="Arial"/>
                <a:cs typeface="Arial"/>
              </a:rPr>
              <a:t>—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98417" y="879602"/>
            <a:ext cx="2522855" cy="440690"/>
            <a:chOff x="3598417" y="879602"/>
            <a:chExt cx="2522855" cy="44069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8417" y="879602"/>
              <a:ext cx="1729359" cy="4404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83758" y="879602"/>
              <a:ext cx="937260" cy="44043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15651" y="1784537"/>
            <a:ext cx="7860665" cy="4431665"/>
            <a:chOff x="615651" y="1784537"/>
            <a:chExt cx="7860665" cy="4431665"/>
          </a:xfrm>
        </p:grpSpPr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651" y="1784537"/>
              <a:ext cx="7860119" cy="443118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5800" y="1828800"/>
              <a:ext cx="7726680" cy="4297680"/>
            </a:xfrm>
            <a:custGeom>
              <a:avLst/>
              <a:gdLst/>
              <a:ahLst/>
              <a:cxnLst/>
              <a:rect l="l" t="t" r="r" b="b"/>
              <a:pathLst>
                <a:path w="7726680" h="4297680">
                  <a:moveTo>
                    <a:pt x="765352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224540"/>
                  </a:lnTo>
                  <a:lnTo>
                    <a:pt x="5748" y="4253006"/>
                  </a:lnTo>
                  <a:lnTo>
                    <a:pt x="21424" y="4276255"/>
                  </a:lnTo>
                  <a:lnTo>
                    <a:pt x="44673" y="4291931"/>
                  </a:lnTo>
                  <a:lnTo>
                    <a:pt x="73139" y="4297680"/>
                  </a:lnTo>
                  <a:lnTo>
                    <a:pt x="7653528" y="4297680"/>
                  </a:lnTo>
                  <a:lnTo>
                    <a:pt x="7681995" y="4291931"/>
                  </a:lnTo>
                  <a:lnTo>
                    <a:pt x="7705248" y="4276255"/>
                  </a:lnTo>
                  <a:lnTo>
                    <a:pt x="7720929" y="4253006"/>
                  </a:lnTo>
                  <a:lnTo>
                    <a:pt x="7726680" y="4224540"/>
                  </a:lnTo>
                  <a:lnTo>
                    <a:pt x="7726680" y="73151"/>
                  </a:lnTo>
                  <a:lnTo>
                    <a:pt x="7720929" y="44684"/>
                  </a:lnTo>
                  <a:lnTo>
                    <a:pt x="7705248" y="21431"/>
                  </a:lnTo>
                  <a:lnTo>
                    <a:pt x="7681995" y="5750"/>
                  </a:lnTo>
                  <a:lnTo>
                    <a:pt x="7653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5800" y="1828800"/>
              <a:ext cx="7726680" cy="4297680"/>
            </a:xfrm>
            <a:custGeom>
              <a:avLst/>
              <a:gdLst/>
              <a:ahLst/>
              <a:cxnLst/>
              <a:rect l="l" t="t" r="r" b="b"/>
              <a:pathLst>
                <a:path w="7726680" h="4297680">
                  <a:moveTo>
                    <a:pt x="0" y="73151"/>
                  </a:moveTo>
                  <a:lnTo>
                    <a:pt x="5748" y="44684"/>
                  </a:lnTo>
                  <a:lnTo>
                    <a:pt x="21424" y="21431"/>
                  </a:lnTo>
                  <a:lnTo>
                    <a:pt x="44673" y="5750"/>
                  </a:lnTo>
                  <a:lnTo>
                    <a:pt x="73139" y="0"/>
                  </a:lnTo>
                  <a:lnTo>
                    <a:pt x="7653528" y="0"/>
                  </a:lnTo>
                  <a:lnTo>
                    <a:pt x="7681995" y="5750"/>
                  </a:lnTo>
                  <a:lnTo>
                    <a:pt x="7705248" y="21431"/>
                  </a:lnTo>
                  <a:lnTo>
                    <a:pt x="7720929" y="44684"/>
                  </a:lnTo>
                  <a:lnTo>
                    <a:pt x="7726680" y="73151"/>
                  </a:lnTo>
                  <a:lnTo>
                    <a:pt x="7726680" y="4224540"/>
                  </a:lnTo>
                  <a:lnTo>
                    <a:pt x="7720929" y="4253006"/>
                  </a:lnTo>
                  <a:lnTo>
                    <a:pt x="7705248" y="4276255"/>
                  </a:lnTo>
                  <a:lnTo>
                    <a:pt x="7681995" y="4291931"/>
                  </a:lnTo>
                  <a:lnTo>
                    <a:pt x="7653528" y="4297680"/>
                  </a:lnTo>
                  <a:lnTo>
                    <a:pt x="73139" y="4297680"/>
                  </a:lnTo>
                  <a:lnTo>
                    <a:pt x="44673" y="4291931"/>
                  </a:lnTo>
                  <a:lnTo>
                    <a:pt x="21424" y="4276255"/>
                  </a:lnTo>
                  <a:lnTo>
                    <a:pt x="5748" y="4253006"/>
                  </a:lnTo>
                  <a:lnTo>
                    <a:pt x="0" y="422454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assets/chart_pc_exit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84247" y="2011680"/>
              <a:ext cx="5175631" cy="393192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653197" y="1787541"/>
            <a:ext cx="2920365" cy="4447540"/>
            <a:chOff x="8653197" y="1787541"/>
            <a:chExt cx="2920365" cy="4447540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53197" y="1787541"/>
              <a:ext cx="2920132" cy="444727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32519" y="1828800"/>
              <a:ext cx="2771140" cy="4297680"/>
            </a:xfrm>
            <a:custGeom>
              <a:avLst/>
              <a:gdLst/>
              <a:ahLst/>
              <a:cxnLst/>
              <a:rect l="l" t="t" r="r" b="b"/>
              <a:pathLst>
                <a:path w="2771140" h="4297680">
                  <a:moveTo>
                    <a:pt x="2679191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206252"/>
                  </a:lnTo>
                  <a:lnTo>
                    <a:pt x="7179" y="4241840"/>
                  </a:lnTo>
                  <a:lnTo>
                    <a:pt x="26765" y="4270902"/>
                  </a:lnTo>
                  <a:lnTo>
                    <a:pt x="55828" y="4290495"/>
                  </a:lnTo>
                  <a:lnTo>
                    <a:pt x="91439" y="4297680"/>
                  </a:lnTo>
                  <a:lnTo>
                    <a:pt x="2679191" y="4297680"/>
                  </a:lnTo>
                  <a:lnTo>
                    <a:pt x="2714803" y="4290495"/>
                  </a:lnTo>
                  <a:lnTo>
                    <a:pt x="2743866" y="4270902"/>
                  </a:lnTo>
                  <a:lnTo>
                    <a:pt x="2763452" y="4241840"/>
                  </a:lnTo>
                  <a:lnTo>
                    <a:pt x="2770631" y="4206252"/>
                  </a:lnTo>
                  <a:lnTo>
                    <a:pt x="2770631" y="91439"/>
                  </a:lnTo>
                  <a:lnTo>
                    <a:pt x="2763452" y="55828"/>
                  </a:lnTo>
                  <a:lnTo>
                    <a:pt x="2743866" y="26765"/>
                  </a:lnTo>
                  <a:lnTo>
                    <a:pt x="2714803" y="7179"/>
                  </a:lnTo>
                  <a:lnTo>
                    <a:pt x="2679191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32519" y="1828800"/>
              <a:ext cx="91440" cy="4297680"/>
            </a:xfrm>
            <a:custGeom>
              <a:avLst/>
              <a:gdLst/>
              <a:ahLst/>
              <a:cxnLst/>
              <a:rect l="l" t="t" r="r" b="b"/>
              <a:pathLst>
                <a:path w="91440" h="4297680">
                  <a:moveTo>
                    <a:pt x="91440" y="0"/>
                  </a:moveTo>
                  <a:lnTo>
                    <a:pt x="0" y="0"/>
                  </a:lnTo>
                  <a:lnTo>
                    <a:pt x="0" y="4297680"/>
                  </a:lnTo>
                  <a:lnTo>
                    <a:pt x="91440" y="42976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006839" y="20848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19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06839" y="20848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0" y="274319"/>
                  </a:moveTo>
                  <a:lnTo>
                    <a:pt x="4419" y="225008"/>
                  </a:lnTo>
                  <a:lnTo>
                    <a:pt x="17161" y="178597"/>
                  </a:lnTo>
                  <a:lnTo>
                    <a:pt x="37450" y="135861"/>
                  </a:lnTo>
                  <a:lnTo>
                    <a:pt x="64513" y="97575"/>
                  </a:lnTo>
                  <a:lnTo>
                    <a:pt x="97575" y="64513"/>
                  </a:lnTo>
                  <a:lnTo>
                    <a:pt x="135861" y="37450"/>
                  </a:lnTo>
                  <a:lnTo>
                    <a:pt x="178597" y="17161"/>
                  </a:lnTo>
                  <a:lnTo>
                    <a:pt x="225008" y="4419"/>
                  </a:lnTo>
                  <a:lnTo>
                    <a:pt x="274319" y="0"/>
                  </a:lnTo>
                  <a:lnTo>
                    <a:pt x="323631" y="4419"/>
                  </a:lnTo>
                  <a:lnTo>
                    <a:pt x="370042" y="17161"/>
                  </a:lnTo>
                  <a:lnTo>
                    <a:pt x="412778" y="37450"/>
                  </a:lnTo>
                  <a:lnTo>
                    <a:pt x="451064" y="64513"/>
                  </a:lnTo>
                  <a:lnTo>
                    <a:pt x="484126" y="97575"/>
                  </a:lnTo>
                  <a:lnTo>
                    <a:pt x="511189" y="135861"/>
                  </a:lnTo>
                  <a:lnTo>
                    <a:pt x="531478" y="178597"/>
                  </a:lnTo>
                  <a:lnTo>
                    <a:pt x="544220" y="225008"/>
                  </a:lnTo>
                  <a:lnTo>
                    <a:pt x="548639" y="274319"/>
                  </a:lnTo>
                  <a:lnTo>
                    <a:pt x="544220" y="323631"/>
                  </a:lnTo>
                  <a:lnTo>
                    <a:pt x="531478" y="370042"/>
                  </a:lnTo>
                  <a:lnTo>
                    <a:pt x="511189" y="412778"/>
                  </a:lnTo>
                  <a:lnTo>
                    <a:pt x="484126" y="451064"/>
                  </a:lnTo>
                  <a:lnTo>
                    <a:pt x="451064" y="484126"/>
                  </a:lnTo>
                  <a:lnTo>
                    <a:pt x="412778" y="511189"/>
                  </a:lnTo>
                  <a:lnTo>
                    <a:pt x="370042" y="531478"/>
                  </a:lnTo>
                  <a:lnTo>
                    <a:pt x="323631" y="544220"/>
                  </a:lnTo>
                  <a:lnTo>
                    <a:pt x="274319" y="548639"/>
                  </a:lnTo>
                  <a:lnTo>
                    <a:pt x="225008" y="544220"/>
                  </a:lnTo>
                  <a:lnTo>
                    <a:pt x="178597" y="531478"/>
                  </a:lnTo>
                  <a:lnTo>
                    <a:pt x="135861" y="511189"/>
                  </a:lnTo>
                  <a:lnTo>
                    <a:pt x="97575" y="484126"/>
                  </a:lnTo>
                  <a:lnTo>
                    <a:pt x="64513" y="451064"/>
                  </a:lnTo>
                  <a:lnTo>
                    <a:pt x="37450" y="412778"/>
                  </a:lnTo>
                  <a:lnTo>
                    <a:pt x="17161" y="370042"/>
                  </a:lnTo>
                  <a:lnTo>
                    <a:pt x="4419" y="323631"/>
                  </a:lnTo>
                  <a:lnTo>
                    <a:pt x="0" y="274319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 descr="preencoded.png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54921" y="2264317"/>
              <a:ext cx="252374" cy="18976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08109" y="2792603"/>
              <a:ext cx="525779" cy="2484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18065" y="2792603"/>
              <a:ext cx="876300" cy="248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008109" y="3167761"/>
              <a:ext cx="2124075" cy="74066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008109" y="4081018"/>
              <a:ext cx="402335" cy="19507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315957" y="4081018"/>
              <a:ext cx="402335" cy="19507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584181" y="4081018"/>
              <a:ext cx="565569" cy="19507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093197" y="4081018"/>
              <a:ext cx="402335" cy="19507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08109" y="4864303"/>
              <a:ext cx="1101394" cy="24871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009377" y="4864303"/>
              <a:ext cx="341375" cy="2487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230357" y="4864303"/>
              <a:ext cx="600887" cy="2487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56137" y="4864303"/>
              <a:ext cx="683158" cy="2487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008109" y="5145277"/>
              <a:ext cx="1352169" cy="24841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256265" y="5145277"/>
              <a:ext cx="341375" cy="24841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478769" y="5145277"/>
              <a:ext cx="512064" cy="24841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836909" y="5315966"/>
              <a:ext cx="21335" cy="4571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08109" y="5427268"/>
              <a:ext cx="853440" cy="24841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745725" y="5427268"/>
              <a:ext cx="512064" cy="24841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141965" y="5427268"/>
              <a:ext cx="512064" cy="2484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536681" y="5427268"/>
              <a:ext cx="512064" cy="24841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932921" y="5427268"/>
              <a:ext cx="512521" cy="248412"/>
            </a:xfrm>
            <a:prstGeom prst="rect">
              <a:avLst/>
            </a:prstGeom>
          </p:spPr>
        </p:pic>
      </p:grpSp>
      <p:pic>
        <p:nvPicPr>
          <p:cNvPr id="47" name="object 47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91895" y="6520029"/>
            <a:ext cx="185928" cy="99260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923544" y="6494068"/>
            <a:ext cx="1113155" cy="151765"/>
            <a:chOff x="923544" y="6494068"/>
            <a:chExt cx="1113155" cy="151765"/>
          </a:xfrm>
        </p:grpSpPr>
        <p:pic>
          <p:nvPicPr>
            <p:cNvPr id="49" name="object 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23544" y="6494068"/>
              <a:ext cx="414934" cy="15118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614170" y="6516974"/>
              <a:ext cx="196595" cy="10231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851913" y="6521556"/>
              <a:ext cx="184404" cy="97733"/>
            </a:xfrm>
            <a:prstGeom prst="rect">
              <a:avLst/>
            </a:prstGeom>
          </p:spPr>
        </p:pic>
      </p:grpSp>
      <p:pic>
        <p:nvPicPr>
          <p:cNvPr id="53" name="object 5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083561" y="6494068"/>
            <a:ext cx="513080" cy="151180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10309225" y="6490715"/>
            <a:ext cx="1193165" cy="158750"/>
            <a:chOff x="10309225" y="6490715"/>
            <a:chExt cx="1193165" cy="158750"/>
          </a:xfrm>
        </p:grpSpPr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278869" y="6515336"/>
              <a:ext cx="223098" cy="1138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136265" cy="228600"/>
            <a:chOff x="960119" y="471169"/>
            <a:chExt cx="313626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1558163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79602"/>
            <a:ext cx="2703830" cy="440690"/>
            <a:chOff x="685800" y="879602"/>
            <a:chExt cx="2703830" cy="44069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79602"/>
              <a:ext cx="937717" cy="4404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3001" y="879602"/>
              <a:ext cx="1249680" cy="4404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2370" y="879602"/>
              <a:ext cx="937259" cy="44043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166617" y="898905"/>
            <a:ext cx="342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0" dirty="0">
                <a:solidFill>
                  <a:srgbClr val="091B39"/>
                </a:solidFill>
                <a:latin typeface="Arial"/>
                <a:cs typeface="Arial"/>
              </a:rPr>
              <a:t>—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98417" y="879602"/>
            <a:ext cx="1978660" cy="440690"/>
            <a:chOff x="3598417" y="879602"/>
            <a:chExt cx="1978660" cy="44069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8417" y="879602"/>
              <a:ext cx="1250086" cy="4404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39690" y="879602"/>
              <a:ext cx="937260" cy="44043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15651" y="1784537"/>
            <a:ext cx="7860665" cy="4431665"/>
            <a:chOff x="615651" y="1784537"/>
            <a:chExt cx="7860665" cy="4431665"/>
          </a:xfrm>
        </p:grpSpPr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651" y="1784537"/>
              <a:ext cx="7860119" cy="443118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5800" y="1828800"/>
              <a:ext cx="7726680" cy="4297680"/>
            </a:xfrm>
            <a:custGeom>
              <a:avLst/>
              <a:gdLst/>
              <a:ahLst/>
              <a:cxnLst/>
              <a:rect l="l" t="t" r="r" b="b"/>
              <a:pathLst>
                <a:path w="7726680" h="4297680">
                  <a:moveTo>
                    <a:pt x="765352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224540"/>
                  </a:lnTo>
                  <a:lnTo>
                    <a:pt x="5748" y="4253006"/>
                  </a:lnTo>
                  <a:lnTo>
                    <a:pt x="21424" y="4276255"/>
                  </a:lnTo>
                  <a:lnTo>
                    <a:pt x="44673" y="4291931"/>
                  </a:lnTo>
                  <a:lnTo>
                    <a:pt x="73139" y="4297680"/>
                  </a:lnTo>
                  <a:lnTo>
                    <a:pt x="7653528" y="4297680"/>
                  </a:lnTo>
                  <a:lnTo>
                    <a:pt x="7681995" y="4291931"/>
                  </a:lnTo>
                  <a:lnTo>
                    <a:pt x="7705248" y="4276255"/>
                  </a:lnTo>
                  <a:lnTo>
                    <a:pt x="7720929" y="4253006"/>
                  </a:lnTo>
                  <a:lnTo>
                    <a:pt x="7726680" y="4224540"/>
                  </a:lnTo>
                  <a:lnTo>
                    <a:pt x="7726680" y="73151"/>
                  </a:lnTo>
                  <a:lnTo>
                    <a:pt x="7720929" y="44684"/>
                  </a:lnTo>
                  <a:lnTo>
                    <a:pt x="7705248" y="21431"/>
                  </a:lnTo>
                  <a:lnTo>
                    <a:pt x="7681995" y="5750"/>
                  </a:lnTo>
                  <a:lnTo>
                    <a:pt x="7653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5800" y="1828800"/>
              <a:ext cx="7726680" cy="4297680"/>
            </a:xfrm>
            <a:custGeom>
              <a:avLst/>
              <a:gdLst/>
              <a:ahLst/>
              <a:cxnLst/>
              <a:rect l="l" t="t" r="r" b="b"/>
              <a:pathLst>
                <a:path w="7726680" h="4297680">
                  <a:moveTo>
                    <a:pt x="0" y="73151"/>
                  </a:moveTo>
                  <a:lnTo>
                    <a:pt x="5748" y="44684"/>
                  </a:lnTo>
                  <a:lnTo>
                    <a:pt x="21424" y="21431"/>
                  </a:lnTo>
                  <a:lnTo>
                    <a:pt x="44673" y="5750"/>
                  </a:lnTo>
                  <a:lnTo>
                    <a:pt x="73139" y="0"/>
                  </a:lnTo>
                  <a:lnTo>
                    <a:pt x="7653528" y="0"/>
                  </a:lnTo>
                  <a:lnTo>
                    <a:pt x="7681995" y="5750"/>
                  </a:lnTo>
                  <a:lnTo>
                    <a:pt x="7705248" y="21431"/>
                  </a:lnTo>
                  <a:lnTo>
                    <a:pt x="7720929" y="44684"/>
                  </a:lnTo>
                  <a:lnTo>
                    <a:pt x="7726680" y="73151"/>
                  </a:lnTo>
                  <a:lnTo>
                    <a:pt x="7726680" y="4224540"/>
                  </a:lnTo>
                  <a:lnTo>
                    <a:pt x="7720929" y="4253006"/>
                  </a:lnTo>
                  <a:lnTo>
                    <a:pt x="7705248" y="4276255"/>
                  </a:lnTo>
                  <a:lnTo>
                    <a:pt x="7681995" y="4291931"/>
                  </a:lnTo>
                  <a:lnTo>
                    <a:pt x="7653528" y="4297680"/>
                  </a:lnTo>
                  <a:lnTo>
                    <a:pt x="73139" y="4297680"/>
                  </a:lnTo>
                  <a:lnTo>
                    <a:pt x="44673" y="4291931"/>
                  </a:lnTo>
                  <a:lnTo>
                    <a:pt x="21424" y="4276255"/>
                  </a:lnTo>
                  <a:lnTo>
                    <a:pt x="5748" y="4253006"/>
                  </a:lnTo>
                  <a:lnTo>
                    <a:pt x="0" y="422454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assets/chart_quant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4400" y="2536571"/>
              <a:ext cx="7315200" cy="2882138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653197" y="1787541"/>
            <a:ext cx="2920365" cy="4447540"/>
            <a:chOff x="8653197" y="1787541"/>
            <a:chExt cx="2920365" cy="4447540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53197" y="1787541"/>
              <a:ext cx="2920132" cy="444727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32519" y="1828800"/>
              <a:ext cx="2771140" cy="4297680"/>
            </a:xfrm>
            <a:custGeom>
              <a:avLst/>
              <a:gdLst/>
              <a:ahLst/>
              <a:cxnLst/>
              <a:rect l="l" t="t" r="r" b="b"/>
              <a:pathLst>
                <a:path w="2771140" h="4297680">
                  <a:moveTo>
                    <a:pt x="2679191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206252"/>
                  </a:lnTo>
                  <a:lnTo>
                    <a:pt x="7179" y="4241840"/>
                  </a:lnTo>
                  <a:lnTo>
                    <a:pt x="26765" y="4270902"/>
                  </a:lnTo>
                  <a:lnTo>
                    <a:pt x="55828" y="4290495"/>
                  </a:lnTo>
                  <a:lnTo>
                    <a:pt x="91439" y="4297680"/>
                  </a:lnTo>
                  <a:lnTo>
                    <a:pt x="2679191" y="4297680"/>
                  </a:lnTo>
                  <a:lnTo>
                    <a:pt x="2714803" y="4290495"/>
                  </a:lnTo>
                  <a:lnTo>
                    <a:pt x="2743866" y="4270902"/>
                  </a:lnTo>
                  <a:lnTo>
                    <a:pt x="2763452" y="4241840"/>
                  </a:lnTo>
                  <a:lnTo>
                    <a:pt x="2770631" y="4206252"/>
                  </a:lnTo>
                  <a:lnTo>
                    <a:pt x="2770631" y="91439"/>
                  </a:lnTo>
                  <a:lnTo>
                    <a:pt x="2763452" y="55828"/>
                  </a:lnTo>
                  <a:lnTo>
                    <a:pt x="2743866" y="26765"/>
                  </a:lnTo>
                  <a:lnTo>
                    <a:pt x="2714803" y="7179"/>
                  </a:lnTo>
                  <a:lnTo>
                    <a:pt x="2679191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32519" y="1828800"/>
              <a:ext cx="91440" cy="4297680"/>
            </a:xfrm>
            <a:custGeom>
              <a:avLst/>
              <a:gdLst/>
              <a:ahLst/>
              <a:cxnLst/>
              <a:rect l="l" t="t" r="r" b="b"/>
              <a:pathLst>
                <a:path w="91440" h="4297680">
                  <a:moveTo>
                    <a:pt x="91440" y="0"/>
                  </a:moveTo>
                  <a:lnTo>
                    <a:pt x="0" y="0"/>
                  </a:lnTo>
                  <a:lnTo>
                    <a:pt x="0" y="4297680"/>
                  </a:lnTo>
                  <a:lnTo>
                    <a:pt x="91440" y="42976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006839" y="20848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19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06839" y="20848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0" y="274319"/>
                  </a:moveTo>
                  <a:lnTo>
                    <a:pt x="4419" y="225008"/>
                  </a:lnTo>
                  <a:lnTo>
                    <a:pt x="17161" y="178597"/>
                  </a:lnTo>
                  <a:lnTo>
                    <a:pt x="37450" y="135861"/>
                  </a:lnTo>
                  <a:lnTo>
                    <a:pt x="64513" y="97575"/>
                  </a:lnTo>
                  <a:lnTo>
                    <a:pt x="97575" y="64513"/>
                  </a:lnTo>
                  <a:lnTo>
                    <a:pt x="135861" y="37450"/>
                  </a:lnTo>
                  <a:lnTo>
                    <a:pt x="178597" y="17161"/>
                  </a:lnTo>
                  <a:lnTo>
                    <a:pt x="225008" y="4419"/>
                  </a:lnTo>
                  <a:lnTo>
                    <a:pt x="274319" y="0"/>
                  </a:lnTo>
                  <a:lnTo>
                    <a:pt x="323631" y="4419"/>
                  </a:lnTo>
                  <a:lnTo>
                    <a:pt x="370042" y="17161"/>
                  </a:lnTo>
                  <a:lnTo>
                    <a:pt x="412778" y="37450"/>
                  </a:lnTo>
                  <a:lnTo>
                    <a:pt x="451064" y="64513"/>
                  </a:lnTo>
                  <a:lnTo>
                    <a:pt x="484126" y="97575"/>
                  </a:lnTo>
                  <a:lnTo>
                    <a:pt x="511189" y="135861"/>
                  </a:lnTo>
                  <a:lnTo>
                    <a:pt x="531478" y="178597"/>
                  </a:lnTo>
                  <a:lnTo>
                    <a:pt x="544220" y="225008"/>
                  </a:lnTo>
                  <a:lnTo>
                    <a:pt x="548639" y="274319"/>
                  </a:lnTo>
                  <a:lnTo>
                    <a:pt x="544220" y="323631"/>
                  </a:lnTo>
                  <a:lnTo>
                    <a:pt x="531478" y="370042"/>
                  </a:lnTo>
                  <a:lnTo>
                    <a:pt x="511189" y="412778"/>
                  </a:lnTo>
                  <a:lnTo>
                    <a:pt x="484126" y="451064"/>
                  </a:lnTo>
                  <a:lnTo>
                    <a:pt x="451064" y="484126"/>
                  </a:lnTo>
                  <a:lnTo>
                    <a:pt x="412778" y="511189"/>
                  </a:lnTo>
                  <a:lnTo>
                    <a:pt x="370042" y="531478"/>
                  </a:lnTo>
                  <a:lnTo>
                    <a:pt x="323631" y="544220"/>
                  </a:lnTo>
                  <a:lnTo>
                    <a:pt x="274319" y="548639"/>
                  </a:lnTo>
                  <a:lnTo>
                    <a:pt x="225008" y="544220"/>
                  </a:lnTo>
                  <a:lnTo>
                    <a:pt x="178597" y="531478"/>
                  </a:lnTo>
                  <a:lnTo>
                    <a:pt x="135861" y="511189"/>
                  </a:lnTo>
                  <a:lnTo>
                    <a:pt x="97575" y="484126"/>
                  </a:lnTo>
                  <a:lnTo>
                    <a:pt x="64513" y="451064"/>
                  </a:lnTo>
                  <a:lnTo>
                    <a:pt x="37450" y="412778"/>
                  </a:lnTo>
                  <a:lnTo>
                    <a:pt x="17161" y="370042"/>
                  </a:lnTo>
                  <a:lnTo>
                    <a:pt x="4419" y="323631"/>
                  </a:lnTo>
                  <a:lnTo>
                    <a:pt x="0" y="274319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 descr="preencoded.png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54921" y="2264317"/>
              <a:ext cx="252374" cy="18976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08109" y="2792603"/>
              <a:ext cx="525779" cy="2484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18065" y="2792603"/>
              <a:ext cx="876300" cy="248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008109" y="4110227"/>
              <a:ext cx="596188" cy="2819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504933" y="4110227"/>
              <a:ext cx="780287" cy="2819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49585" y="4110227"/>
              <a:ext cx="585216" cy="2819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99165" y="4110227"/>
              <a:ext cx="390144" cy="2819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008109" y="4451604"/>
              <a:ext cx="759205" cy="28193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658857" y="4451604"/>
              <a:ext cx="464820" cy="2819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030713" y="4451604"/>
              <a:ext cx="390144" cy="2819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286745" y="4451604"/>
              <a:ext cx="585216" cy="2819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36325" y="4451604"/>
              <a:ext cx="585673" cy="28193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008109" y="4793233"/>
              <a:ext cx="780288" cy="28193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652761" y="4793233"/>
              <a:ext cx="585216" cy="28193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042905" y="4793233"/>
              <a:ext cx="390144" cy="28193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297413" y="4793233"/>
              <a:ext cx="585216" cy="281939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91895" y="6520029"/>
            <a:ext cx="185928" cy="99260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923544" y="6494068"/>
            <a:ext cx="1113155" cy="151765"/>
            <a:chOff x="923544" y="6494068"/>
            <a:chExt cx="1113155" cy="151765"/>
          </a:xfrm>
        </p:grpSpPr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23544" y="6494068"/>
              <a:ext cx="414934" cy="1511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614170" y="6516974"/>
              <a:ext cx="196595" cy="10231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51913" y="6521556"/>
              <a:ext cx="184404" cy="97733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083561" y="6494068"/>
            <a:ext cx="513080" cy="151180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10309225" y="6490715"/>
            <a:ext cx="1193165" cy="158750"/>
            <a:chOff x="10309225" y="6490715"/>
            <a:chExt cx="1193165" cy="158750"/>
          </a:xfrm>
        </p:grpSpPr>
        <p:pic>
          <p:nvPicPr>
            <p:cNvPr id="50" name="object 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278869" y="6515336"/>
              <a:ext cx="223098" cy="1138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136265" cy="228600"/>
            <a:chOff x="960119" y="471169"/>
            <a:chExt cx="313626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1558163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79602"/>
            <a:ext cx="2703830" cy="440690"/>
            <a:chOff x="685800" y="879602"/>
            <a:chExt cx="2703830" cy="44069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79602"/>
              <a:ext cx="937717" cy="4404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3001" y="879602"/>
              <a:ext cx="1249680" cy="4404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2370" y="879602"/>
              <a:ext cx="937259" cy="44043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166617" y="898905"/>
            <a:ext cx="342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0" dirty="0">
                <a:solidFill>
                  <a:srgbClr val="091B39"/>
                </a:solidFill>
                <a:latin typeface="Arial"/>
                <a:cs typeface="Arial"/>
              </a:rPr>
              <a:t>—</a:t>
            </a:r>
            <a:endParaRPr sz="25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98417" y="879602"/>
            <a:ext cx="3224657" cy="44043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15651" y="1784537"/>
            <a:ext cx="7860665" cy="4431665"/>
            <a:chOff x="615651" y="1784537"/>
            <a:chExt cx="7860665" cy="4431665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5651" y="1784537"/>
              <a:ext cx="7860119" cy="443118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5800" y="1828800"/>
              <a:ext cx="7726680" cy="4297680"/>
            </a:xfrm>
            <a:custGeom>
              <a:avLst/>
              <a:gdLst/>
              <a:ahLst/>
              <a:cxnLst/>
              <a:rect l="l" t="t" r="r" b="b"/>
              <a:pathLst>
                <a:path w="7726680" h="4297680">
                  <a:moveTo>
                    <a:pt x="765352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224540"/>
                  </a:lnTo>
                  <a:lnTo>
                    <a:pt x="5748" y="4253006"/>
                  </a:lnTo>
                  <a:lnTo>
                    <a:pt x="21424" y="4276255"/>
                  </a:lnTo>
                  <a:lnTo>
                    <a:pt x="44673" y="4291931"/>
                  </a:lnTo>
                  <a:lnTo>
                    <a:pt x="73139" y="4297680"/>
                  </a:lnTo>
                  <a:lnTo>
                    <a:pt x="7653528" y="4297680"/>
                  </a:lnTo>
                  <a:lnTo>
                    <a:pt x="7681995" y="4291931"/>
                  </a:lnTo>
                  <a:lnTo>
                    <a:pt x="7705248" y="4276255"/>
                  </a:lnTo>
                  <a:lnTo>
                    <a:pt x="7720929" y="4253006"/>
                  </a:lnTo>
                  <a:lnTo>
                    <a:pt x="7726680" y="4224540"/>
                  </a:lnTo>
                  <a:lnTo>
                    <a:pt x="7726680" y="73151"/>
                  </a:lnTo>
                  <a:lnTo>
                    <a:pt x="7720929" y="44684"/>
                  </a:lnTo>
                  <a:lnTo>
                    <a:pt x="7705248" y="21431"/>
                  </a:lnTo>
                  <a:lnTo>
                    <a:pt x="7681995" y="5750"/>
                  </a:lnTo>
                  <a:lnTo>
                    <a:pt x="7653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800" y="1828800"/>
              <a:ext cx="7726680" cy="4297680"/>
            </a:xfrm>
            <a:custGeom>
              <a:avLst/>
              <a:gdLst/>
              <a:ahLst/>
              <a:cxnLst/>
              <a:rect l="l" t="t" r="r" b="b"/>
              <a:pathLst>
                <a:path w="7726680" h="4297680">
                  <a:moveTo>
                    <a:pt x="0" y="73151"/>
                  </a:moveTo>
                  <a:lnTo>
                    <a:pt x="5748" y="44684"/>
                  </a:lnTo>
                  <a:lnTo>
                    <a:pt x="21424" y="21431"/>
                  </a:lnTo>
                  <a:lnTo>
                    <a:pt x="44673" y="5750"/>
                  </a:lnTo>
                  <a:lnTo>
                    <a:pt x="73139" y="0"/>
                  </a:lnTo>
                  <a:lnTo>
                    <a:pt x="7653528" y="0"/>
                  </a:lnTo>
                  <a:lnTo>
                    <a:pt x="7681995" y="5750"/>
                  </a:lnTo>
                  <a:lnTo>
                    <a:pt x="7705248" y="21431"/>
                  </a:lnTo>
                  <a:lnTo>
                    <a:pt x="7720929" y="44684"/>
                  </a:lnTo>
                  <a:lnTo>
                    <a:pt x="7726680" y="73151"/>
                  </a:lnTo>
                  <a:lnTo>
                    <a:pt x="7726680" y="4224540"/>
                  </a:lnTo>
                  <a:lnTo>
                    <a:pt x="7720929" y="4253006"/>
                  </a:lnTo>
                  <a:lnTo>
                    <a:pt x="7705248" y="4276255"/>
                  </a:lnTo>
                  <a:lnTo>
                    <a:pt x="7681995" y="4291931"/>
                  </a:lnTo>
                  <a:lnTo>
                    <a:pt x="7653528" y="4297680"/>
                  </a:lnTo>
                  <a:lnTo>
                    <a:pt x="73139" y="4297680"/>
                  </a:lnTo>
                  <a:lnTo>
                    <a:pt x="44673" y="4291931"/>
                  </a:lnTo>
                  <a:lnTo>
                    <a:pt x="21424" y="4276255"/>
                  </a:lnTo>
                  <a:lnTo>
                    <a:pt x="5748" y="4253006"/>
                  </a:lnTo>
                  <a:lnTo>
                    <a:pt x="0" y="422454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assets/chart_rpi_acc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29868" y="2011680"/>
              <a:ext cx="6684264" cy="393192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653197" y="1787541"/>
            <a:ext cx="2920365" cy="4447540"/>
            <a:chOff x="8653197" y="1787541"/>
            <a:chExt cx="2920365" cy="4447540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53197" y="1787541"/>
              <a:ext cx="2920132" cy="444727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32519" y="1828800"/>
              <a:ext cx="2771140" cy="4297680"/>
            </a:xfrm>
            <a:custGeom>
              <a:avLst/>
              <a:gdLst/>
              <a:ahLst/>
              <a:cxnLst/>
              <a:rect l="l" t="t" r="r" b="b"/>
              <a:pathLst>
                <a:path w="2771140" h="4297680">
                  <a:moveTo>
                    <a:pt x="2679191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206252"/>
                  </a:lnTo>
                  <a:lnTo>
                    <a:pt x="7179" y="4241840"/>
                  </a:lnTo>
                  <a:lnTo>
                    <a:pt x="26765" y="4270902"/>
                  </a:lnTo>
                  <a:lnTo>
                    <a:pt x="55828" y="4290495"/>
                  </a:lnTo>
                  <a:lnTo>
                    <a:pt x="91439" y="4297680"/>
                  </a:lnTo>
                  <a:lnTo>
                    <a:pt x="2679191" y="4297680"/>
                  </a:lnTo>
                  <a:lnTo>
                    <a:pt x="2714803" y="4290495"/>
                  </a:lnTo>
                  <a:lnTo>
                    <a:pt x="2743866" y="4270902"/>
                  </a:lnTo>
                  <a:lnTo>
                    <a:pt x="2763452" y="4241840"/>
                  </a:lnTo>
                  <a:lnTo>
                    <a:pt x="2770631" y="4206252"/>
                  </a:lnTo>
                  <a:lnTo>
                    <a:pt x="2770631" y="91439"/>
                  </a:lnTo>
                  <a:lnTo>
                    <a:pt x="2763452" y="55828"/>
                  </a:lnTo>
                  <a:lnTo>
                    <a:pt x="2743866" y="26765"/>
                  </a:lnTo>
                  <a:lnTo>
                    <a:pt x="2714803" y="7179"/>
                  </a:lnTo>
                  <a:lnTo>
                    <a:pt x="2679191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32519" y="1828800"/>
              <a:ext cx="91440" cy="4297680"/>
            </a:xfrm>
            <a:custGeom>
              <a:avLst/>
              <a:gdLst/>
              <a:ahLst/>
              <a:cxnLst/>
              <a:rect l="l" t="t" r="r" b="b"/>
              <a:pathLst>
                <a:path w="91440" h="4297680">
                  <a:moveTo>
                    <a:pt x="91440" y="0"/>
                  </a:moveTo>
                  <a:lnTo>
                    <a:pt x="0" y="0"/>
                  </a:lnTo>
                  <a:lnTo>
                    <a:pt x="0" y="4297680"/>
                  </a:lnTo>
                  <a:lnTo>
                    <a:pt x="91440" y="42976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006839" y="20848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19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06839" y="20848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0" y="274319"/>
                  </a:moveTo>
                  <a:lnTo>
                    <a:pt x="4419" y="225008"/>
                  </a:lnTo>
                  <a:lnTo>
                    <a:pt x="17161" y="178597"/>
                  </a:lnTo>
                  <a:lnTo>
                    <a:pt x="37450" y="135861"/>
                  </a:lnTo>
                  <a:lnTo>
                    <a:pt x="64513" y="97575"/>
                  </a:lnTo>
                  <a:lnTo>
                    <a:pt x="97575" y="64513"/>
                  </a:lnTo>
                  <a:lnTo>
                    <a:pt x="135861" y="37450"/>
                  </a:lnTo>
                  <a:lnTo>
                    <a:pt x="178597" y="17161"/>
                  </a:lnTo>
                  <a:lnTo>
                    <a:pt x="225008" y="4419"/>
                  </a:lnTo>
                  <a:lnTo>
                    <a:pt x="274319" y="0"/>
                  </a:lnTo>
                  <a:lnTo>
                    <a:pt x="323631" y="4419"/>
                  </a:lnTo>
                  <a:lnTo>
                    <a:pt x="370042" y="17161"/>
                  </a:lnTo>
                  <a:lnTo>
                    <a:pt x="412778" y="37450"/>
                  </a:lnTo>
                  <a:lnTo>
                    <a:pt x="451064" y="64513"/>
                  </a:lnTo>
                  <a:lnTo>
                    <a:pt x="484126" y="97575"/>
                  </a:lnTo>
                  <a:lnTo>
                    <a:pt x="511189" y="135861"/>
                  </a:lnTo>
                  <a:lnTo>
                    <a:pt x="531478" y="178597"/>
                  </a:lnTo>
                  <a:lnTo>
                    <a:pt x="544220" y="225008"/>
                  </a:lnTo>
                  <a:lnTo>
                    <a:pt x="548639" y="274319"/>
                  </a:lnTo>
                  <a:lnTo>
                    <a:pt x="544220" y="323631"/>
                  </a:lnTo>
                  <a:lnTo>
                    <a:pt x="531478" y="370042"/>
                  </a:lnTo>
                  <a:lnTo>
                    <a:pt x="511189" y="412778"/>
                  </a:lnTo>
                  <a:lnTo>
                    <a:pt x="484126" y="451064"/>
                  </a:lnTo>
                  <a:lnTo>
                    <a:pt x="451064" y="484126"/>
                  </a:lnTo>
                  <a:lnTo>
                    <a:pt x="412778" y="511189"/>
                  </a:lnTo>
                  <a:lnTo>
                    <a:pt x="370042" y="531478"/>
                  </a:lnTo>
                  <a:lnTo>
                    <a:pt x="323631" y="544220"/>
                  </a:lnTo>
                  <a:lnTo>
                    <a:pt x="274319" y="548639"/>
                  </a:lnTo>
                  <a:lnTo>
                    <a:pt x="225008" y="544220"/>
                  </a:lnTo>
                  <a:lnTo>
                    <a:pt x="178597" y="531478"/>
                  </a:lnTo>
                  <a:lnTo>
                    <a:pt x="135861" y="511189"/>
                  </a:lnTo>
                  <a:lnTo>
                    <a:pt x="97575" y="484126"/>
                  </a:lnTo>
                  <a:lnTo>
                    <a:pt x="64513" y="451064"/>
                  </a:lnTo>
                  <a:lnTo>
                    <a:pt x="37450" y="412778"/>
                  </a:lnTo>
                  <a:lnTo>
                    <a:pt x="17161" y="370042"/>
                  </a:lnTo>
                  <a:lnTo>
                    <a:pt x="4419" y="323631"/>
                  </a:lnTo>
                  <a:lnTo>
                    <a:pt x="0" y="274319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 descr="preencoded.png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54921" y="2264317"/>
              <a:ext cx="252374" cy="18976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08109" y="2792603"/>
              <a:ext cx="525779" cy="2484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18065" y="2792603"/>
              <a:ext cx="876300" cy="2484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008109" y="3260725"/>
              <a:ext cx="2367026" cy="5654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008109" y="4081018"/>
              <a:ext cx="402335" cy="19507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315957" y="4081018"/>
              <a:ext cx="402335" cy="19507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23805" y="4081018"/>
              <a:ext cx="402335" cy="19507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008109" y="4642739"/>
              <a:ext cx="652881" cy="2484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552177" y="4642739"/>
              <a:ext cx="512064" cy="24841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948417" y="4642739"/>
              <a:ext cx="341375" cy="24841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172445" y="4642739"/>
              <a:ext cx="512064" cy="2484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538205" y="4749419"/>
              <a:ext cx="21336" cy="228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585449" y="4642739"/>
              <a:ext cx="512064" cy="2484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008109" y="4923155"/>
              <a:ext cx="682751" cy="24841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575037" y="4923155"/>
              <a:ext cx="512064" cy="24841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969753" y="4923155"/>
              <a:ext cx="512064" cy="24841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017342" y="5325491"/>
              <a:ext cx="60013" cy="1676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098025" y="5288914"/>
              <a:ext cx="82296" cy="8991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242805" y="5205094"/>
              <a:ext cx="682751" cy="24841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809733" y="5205094"/>
              <a:ext cx="682751" cy="24841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376661" y="5205094"/>
              <a:ext cx="512064" cy="2484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780521" y="5290438"/>
              <a:ext cx="85343" cy="8839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928349" y="5205094"/>
              <a:ext cx="512521" cy="24841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008109" y="5487009"/>
              <a:ext cx="512064" cy="24841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402825" y="5487009"/>
              <a:ext cx="512064" cy="248412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91895" y="6520029"/>
            <a:ext cx="185928" cy="99260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923544" y="6494068"/>
            <a:ext cx="1113155" cy="151765"/>
            <a:chOff x="923544" y="6494068"/>
            <a:chExt cx="1113155" cy="151765"/>
          </a:xfrm>
        </p:grpSpPr>
        <p:pic>
          <p:nvPicPr>
            <p:cNvPr id="51" name="object 5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23544" y="6494068"/>
              <a:ext cx="414934" cy="15118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14170" y="6516974"/>
              <a:ext cx="196595" cy="10231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51913" y="6521556"/>
              <a:ext cx="184404" cy="97733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083561" y="6494068"/>
            <a:ext cx="513080" cy="151180"/>
          </a:xfrm>
          <a:prstGeom prst="rect">
            <a:avLst/>
          </a:prstGeom>
        </p:spPr>
      </p:pic>
      <p:grpSp>
        <p:nvGrpSpPr>
          <p:cNvPr id="56" name="object 56"/>
          <p:cNvGrpSpPr/>
          <p:nvPr/>
        </p:nvGrpSpPr>
        <p:grpSpPr>
          <a:xfrm>
            <a:off x="10309225" y="6490715"/>
            <a:ext cx="1193165" cy="158750"/>
            <a:chOff x="10309225" y="6490715"/>
            <a:chExt cx="1193165" cy="158750"/>
          </a:xfrm>
        </p:grpSpPr>
        <p:pic>
          <p:nvPicPr>
            <p:cNvPr id="57" name="object 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278869" y="6515336"/>
              <a:ext cx="223098" cy="1138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136265" cy="228600"/>
            <a:chOff x="960119" y="471169"/>
            <a:chExt cx="313626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1558163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79602"/>
            <a:ext cx="2703830" cy="440690"/>
            <a:chOff x="685800" y="879602"/>
            <a:chExt cx="2703830" cy="44069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79602"/>
              <a:ext cx="937717" cy="4404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3001" y="879602"/>
              <a:ext cx="1249680" cy="4404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52370" y="879602"/>
              <a:ext cx="937259" cy="44043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166617" y="898905"/>
            <a:ext cx="342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50" dirty="0">
                <a:solidFill>
                  <a:srgbClr val="091B39"/>
                </a:solidFill>
                <a:latin typeface="Arial"/>
                <a:cs typeface="Arial"/>
              </a:rPr>
              <a:t>—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98417" y="879602"/>
            <a:ext cx="2254885" cy="440690"/>
            <a:chOff x="3598417" y="879602"/>
            <a:chExt cx="2254885" cy="44069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8417" y="879602"/>
              <a:ext cx="1463421" cy="4404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15534" y="879602"/>
              <a:ext cx="937260" cy="44043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615651" y="1784537"/>
            <a:ext cx="7860665" cy="4431665"/>
            <a:chOff x="615651" y="1784537"/>
            <a:chExt cx="7860665" cy="4431665"/>
          </a:xfrm>
        </p:grpSpPr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651" y="1784537"/>
              <a:ext cx="7860119" cy="443118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5800" y="1828800"/>
              <a:ext cx="7726680" cy="4297680"/>
            </a:xfrm>
            <a:custGeom>
              <a:avLst/>
              <a:gdLst/>
              <a:ahLst/>
              <a:cxnLst/>
              <a:rect l="l" t="t" r="r" b="b"/>
              <a:pathLst>
                <a:path w="7726680" h="4297680">
                  <a:moveTo>
                    <a:pt x="7653528" y="0"/>
                  </a:moveTo>
                  <a:lnTo>
                    <a:pt x="73139" y="0"/>
                  </a:lnTo>
                  <a:lnTo>
                    <a:pt x="44673" y="5750"/>
                  </a:lnTo>
                  <a:lnTo>
                    <a:pt x="21424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4224540"/>
                  </a:lnTo>
                  <a:lnTo>
                    <a:pt x="5748" y="4253006"/>
                  </a:lnTo>
                  <a:lnTo>
                    <a:pt x="21424" y="4276255"/>
                  </a:lnTo>
                  <a:lnTo>
                    <a:pt x="44673" y="4291931"/>
                  </a:lnTo>
                  <a:lnTo>
                    <a:pt x="73139" y="4297680"/>
                  </a:lnTo>
                  <a:lnTo>
                    <a:pt x="7653528" y="4297680"/>
                  </a:lnTo>
                  <a:lnTo>
                    <a:pt x="7681995" y="4291931"/>
                  </a:lnTo>
                  <a:lnTo>
                    <a:pt x="7705248" y="4276255"/>
                  </a:lnTo>
                  <a:lnTo>
                    <a:pt x="7720929" y="4253006"/>
                  </a:lnTo>
                  <a:lnTo>
                    <a:pt x="7726680" y="4224540"/>
                  </a:lnTo>
                  <a:lnTo>
                    <a:pt x="7726680" y="73151"/>
                  </a:lnTo>
                  <a:lnTo>
                    <a:pt x="7720929" y="44684"/>
                  </a:lnTo>
                  <a:lnTo>
                    <a:pt x="7705248" y="21431"/>
                  </a:lnTo>
                  <a:lnTo>
                    <a:pt x="7681995" y="5750"/>
                  </a:lnTo>
                  <a:lnTo>
                    <a:pt x="7653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5800" y="1828800"/>
              <a:ext cx="7726680" cy="4297680"/>
            </a:xfrm>
            <a:custGeom>
              <a:avLst/>
              <a:gdLst/>
              <a:ahLst/>
              <a:cxnLst/>
              <a:rect l="l" t="t" r="r" b="b"/>
              <a:pathLst>
                <a:path w="7726680" h="4297680">
                  <a:moveTo>
                    <a:pt x="0" y="73151"/>
                  </a:moveTo>
                  <a:lnTo>
                    <a:pt x="5748" y="44684"/>
                  </a:lnTo>
                  <a:lnTo>
                    <a:pt x="21424" y="21431"/>
                  </a:lnTo>
                  <a:lnTo>
                    <a:pt x="44673" y="5750"/>
                  </a:lnTo>
                  <a:lnTo>
                    <a:pt x="73139" y="0"/>
                  </a:lnTo>
                  <a:lnTo>
                    <a:pt x="7653528" y="0"/>
                  </a:lnTo>
                  <a:lnTo>
                    <a:pt x="7681995" y="5750"/>
                  </a:lnTo>
                  <a:lnTo>
                    <a:pt x="7705248" y="21431"/>
                  </a:lnTo>
                  <a:lnTo>
                    <a:pt x="7720929" y="44684"/>
                  </a:lnTo>
                  <a:lnTo>
                    <a:pt x="7726680" y="73151"/>
                  </a:lnTo>
                  <a:lnTo>
                    <a:pt x="7726680" y="4224540"/>
                  </a:lnTo>
                  <a:lnTo>
                    <a:pt x="7720929" y="4253006"/>
                  </a:lnTo>
                  <a:lnTo>
                    <a:pt x="7705248" y="4276255"/>
                  </a:lnTo>
                  <a:lnTo>
                    <a:pt x="7681995" y="4291931"/>
                  </a:lnTo>
                  <a:lnTo>
                    <a:pt x="7653528" y="4297680"/>
                  </a:lnTo>
                  <a:lnTo>
                    <a:pt x="73139" y="4297680"/>
                  </a:lnTo>
                  <a:lnTo>
                    <a:pt x="44673" y="4291931"/>
                  </a:lnTo>
                  <a:lnTo>
                    <a:pt x="21424" y="4276255"/>
                  </a:lnTo>
                  <a:lnTo>
                    <a:pt x="5748" y="4253006"/>
                  </a:lnTo>
                  <a:lnTo>
                    <a:pt x="0" y="422454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 descr="assets/chart_rpi_exit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79244" y="2011680"/>
              <a:ext cx="5985636" cy="393192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8653197" y="1787541"/>
            <a:ext cx="2920365" cy="4447540"/>
            <a:chOff x="8653197" y="1787541"/>
            <a:chExt cx="2920365" cy="4447540"/>
          </a:xfrm>
        </p:grpSpPr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53197" y="1787541"/>
              <a:ext cx="2920132" cy="444727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32519" y="1828800"/>
              <a:ext cx="2771140" cy="4297680"/>
            </a:xfrm>
            <a:custGeom>
              <a:avLst/>
              <a:gdLst/>
              <a:ahLst/>
              <a:cxnLst/>
              <a:rect l="l" t="t" r="r" b="b"/>
              <a:pathLst>
                <a:path w="2771140" h="4297680">
                  <a:moveTo>
                    <a:pt x="2679191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206252"/>
                  </a:lnTo>
                  <a:lnTo>
                    <a:pt x="7179" y="4241840"/>
                  </a:lnTo>
                  <a:lnTo>
                    <a:pt x="26765" y="4270902"/>
                  </a:lnTo>
                  <a:lnTo>
                    <a:pt x="55828" y="4290495"/>
                  </a:lnTo>
                  <a:lnTo>
                    <a:pt x="91439" y="4297680"/>
                  </a:lnTo>
                  <a:lnTo>
                    <a:pt x="2679191" y="4297680"/>
                  </a:lnTo>
                  <a:lnTo>
                    <a:pt x="2714803" y="4290495"/>
                  </a:lnTo>
                  <a:lnTo>
                    <a:pt x="2743866" y="4270902"/>
                  </a:lnTo>
                  <a:lnTo>
                    <a:pt x="2763452" y="4241840"/>
                  </a:lnTo>
                  <a:lnTo>
                    <a:pt x="2770631" y="4206252"/>
                  </a:lnTo>
                  <a:lnTo>
                    <a:pt x="2770631" y="91439"/>
                  </a:lnTo>
                  <a:lnTo>
                    <a:pt x="2763452" y="55828"/>
                  </a:lnTo>
                  <a:lnTo>
                    <a:pt x="2743866" y="26765"/>
                  </a:lnTo>
                  <a:lnTo>
                    <a:pt x="2714803" y="7179"/>
                  </a:lnTo>
                  <a:lnTo>
                    <a:pt x="2679191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32519" y="1828800"/>
              <a:ext cx="91440" cy="4297680"/>
            </a:xfrm>
            <a:custGeom>
              <a:avLst/>
              <a:gdLst/>
              <a:ahLst/>
              <a:cxnLst/>
              <a:rect l="l" t="t" r="r" b="b"/>
              <a:pathLst>
                <a:path w="91440" h="4297680">
                  <a:moveTo>
                    <a:pt x="91440" y="0"/>
                  </a:moveTo>
                  <a:lnTo>
                    <a:pt x="0" y="0"/>
                  </a:lnTo>
                  <a:lnTo>
                    <a:pt x="0" y="4297680"/>
                  </a:lnTo>
                  <a:lnTo>
                    <a:pt x="91440" y="4297680"/>
                  </a:lnTo>
                  <a:lnTo>
                    <a:pt x="91440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006839" y="20848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19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06839" y="208483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0" y="274319"/>
                  </a:moveTo>
                  <a:lnTo>
                    <a:pt x="4419" y="225008"/>
                  </a:lnTo>
                  <a:lnTo>
                    <a:pt x="17161" y="178597"/>
                  </a:lnTo>
                  <a:lnTo>
                    <a:pt x="37450" y="135861"/>
                  </a:lnTo>
                  <a:lnTo>
                    <a:pt x="64513" y="97575"/>
                  </a:lnTo>
                  <a:lnTo>
                    <a:pt x="97575" y="64513"/>
                  </a:lnTo>
                  <a:lnTo>
                    <a:pt x="135861" y="37450"/>
                  </a:lnTo>
                  <a:lnTo>
                    <a:pt x="178597" y="17161"/>
                  </a:lnTo>
                  <a:lnTo>
                    <a:pt x="225008" y="4419"/>
                  </a:lnTo>
                  <a:lnTo>
                    <a:pt x="274319" y="0"/>
                  </a:lnTo>
                  <a:lnTo>
                    <a:pt x="323631" y="4419"/>
                  </a:lnTo>
                  <a:lnTo>
                    <a:pt x="370042" y="17161"/>
                  </a:lnTo>
                  <a:lnTo>
                    <a:pt x="412778" y="37450"/>
                  </a:lnTo>
                  <a:lnTo>
                    <a:pt x="451064" y="64513"/>
                  </a:lnTo>
                  <a:lnTo>
                    <a:pt x="484126" y="97575"/>
                  </a:lnTo>
                  <a:lnTo>
                    <a:pt x="511189" y="135861"/>
                  </a:lnTo>
                  <a:lnTo>
                    <a:pt x="531478" y="178597"/>
                  </a:lnTo>
                  <a:lnTo>
                    <a:pt x="544220" y="225008"/>
                  </a:lnTo>
                  <a:lnTo>
                    <a:pt x="548639" y="274319"/>
                  </a:lnTo>
                  <a:lnTo>
                    <a:pt x="544220" y="323631"/>
                  </a:lnTo>
                  <a:lnTo>
                    <a:pt x="531478" y="370042"/>
                  </a:lnTo>
                  <a:lnTo>
                    <a:pt x="511189" y="412778"/>
                  </a:lnTo>
                  <a:lnTo>
                    <a:pt x="484126" y="451064"/>
                  </a:lnTo>
                  <a:lnTo>
                    <a:pt x="451064" y="484126"/>
                  </a:lnTo>
                  <a:lnTo>
                    <a:pt x="412778" y="511189"/>
                  </a:lnTo>
                  <a:lnTo>
                    <a:pt x="370042" y="531478"/>
                  </a:lnTo>
                  <a:lnTo>
                    <a:pt x="323631" y="544220"/>
                  </a:lnTo>
                  <a:lnTo>
                    <a:pt x="274319" y="548639"/>
                  </a:lnTo>
                  <a:lnTo>
                    <a:pt x="225008" y="544220"/>
                  </a:lnTo>
                  <a:lnTo>
                    <a:pt x="178597" y="531478"/>
                  </a:lnTo>
                  <a:lnTo>
                    <a:pt x="135861" y="511189"/>
                  </a:lnTo>
                  <a:lnTo>
                    <a:pt x="97575" y="484126"/>
                  </a:lnTo>
                  <a:lnTo>
                    <a:pt x="64513" y="451064"/>
                  </a:lnTo>
                  <a:lnTo>
                    <a:pt x="37450" y="412778"/>
                  </a:lnTo>
                  <a:lnTo>
                    <a:pt x="17161" y="370042"/>
                  </a:lnTo>
                  <a:lnTo>
                    <a:pt x="4419" y="323631"/>
                  </a:lnTo>
                  <a:lnTo>
                    <a:pt x="0" y="274319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 descr="preencoded.png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54921" y="2264317"/>
              <a:ext cx="252374" cy="18976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08109" y="2792603"/>
              <a:ext cx="525779" cy="2484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18065" y="2792603"/>
              <a:ext cx="876300" cy="248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008109" y="3939540"/>
              <a:ext cx="585216" cy="2819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425946" y="4064508"/>
              <a:ext cx="26154" cy="2590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479025" y="3939540"/>
              <a:ext cx="585216" cy="2819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928605" y="3939540"/>
              <a:ext cx="585216" cy="28193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378185" y="3939540"/>
              <a:ext cx="585216" cy="28193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827765" y="3939540"/>
              <a:ext cx="585673" cy="2819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008109" y="4280916"/>
              <a:ext cx="585216" cy="2819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457689" y="4280916"/>
              <a:ext cx="585216" cy="2819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08109" y="4621987"/>
              <a:ext cx="585216" cy="2822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457689" y="4621987"/>
              <a:ext cx="975359" cy="28224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297413" y="4621987"/>
              <a:ext cx="585216" cy="28224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746993" y="4621987"/>
              <a:ext cx="585673" cy="28224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008109" y="4963922"/>
              <a:ext cx="585216" cy="281939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91895" y="6520029"/>
            <a:ext cx="185928" cy="99260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923544" y="6494068"/>
            <a:ext cx="1113155" cy="151765"/>
            <a:chOff x="923544" y="6494068"/>
            <a:chExt cx="1113155" cy="151765"/>
          </a:xfrm>
        </p:grpSpPr>
        <p:pic>
          <p:nvPicPr>
            <p:cNvPr id="44" name="object 4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23544" y="6494068"/>
              <a:ext cx="414934" cy="1511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614170" y="6516974"/>
              <a:ext cx="196595" cy="10231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851913" y="6521556"/>
              <a:ext cx="184404" cy="97733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083561" y="6494068"/>
            <a:ext cx="513080" cy="151180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10309225" y="6490715"/>
            <a:ext cx="1193165" cy="158750"/>
            <a:chOff x="10309225" y="6490715"/>
            <a:chExt cx="1193165" cy="158750"/>
          </a:xfrm>
        </p:grpSpPr>
        <p:pic>
          <p:nvPicPr>
            <p:cNvPr id="50" name="object 5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278869" y="6515336"/>
              <a:ext cx="223098" cy="1138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63080"/>
            <a:chOff x="0" y="0"/>
            <a:chExt cx="12192000" cy="686308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6858000"/>
            </a:xfrm>
            <a:custGeom>
              <a:avLst/>
              <a:gdLst/>
              <a:ahLst/>
              <a:cxnLst/>
              <a:rect l="l" t="t" r="r" b="b"/>
              <a:pathLst>
                <a:path w="12045950" h="6858000">
                  <a:moveTo>
                    <a:pt x="0" y="6858000"/>
                  </a:moveTo>
                  <a:lnTo>
                    <a:pt x="12045696" y="6858000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46685" cy="6858000"/>
            </a:xfrm>
            <a:custGeom>
              <a:avLst/>
              <a:gdLst/>
              <a:ahLst/>
              <a:cxnLst/>
              <a:rect l="l" t="t" r="r" b="b"/>
              <a:pathLst>
                <a:path w="146685" h="6858000">
                  <a:moveTo>
                    <a:pt x="1463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6304" y="6858000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40" y="4572000"/>
              <a:ext cx="3291840" cy="2286000"/>
            </a:xfrm>
            <a:custGeom>
              <a:avLst/>
              <a:gdLst/>
              <a:ahLst/>
              <a:cxnLst/>
              <a:rect l="l" t="t" r="r" b="b"/>
              <a:pathLst>
                <a:path w="3291840" h="2286000">
                  <a:moveTo>
                    <a:pt x="0" y="182880"/>
                  </a:moveTo>
                  <a:lnTo>
                    <a:pt x="1371600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2468879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1371600" y="1920239"/>
                  </a:lnTo>
                </a:path>
                <a:path w="3291840" h="2286000">
                  <a:moveTo>
                    <a:pt x="1371600" y="82296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3291839" y="731519"/>
                  </a:lnTo>
                </a:path>
                <a:path w="3291840" h="2286000">
                  <a:moveTo>
                    <a:pt x="1005839" y="1920239"/>
                  </a:moveTo>
                  <a:lnTo>
                    <a:pt x="2651759" y="1920239"/>
                  </a:lnTo>
                </a:path>
                <a:path w="3291840" h="2286000">
                  <a:moveTo>
                    <a:pt x="1005839" y="1920239"/>
                  </a:moveTo>
                  <a:lnTo>
                    <a:pt x="1580605" y="228600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5237" y="59436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9525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525" y="9144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30000" y="5943600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4231" y="4690871"/>
              <a:ext cx="128016" cy="1280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8692" y="5353811"/>
              <a:ext cx="82296" cy="822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5971" y="4530852"/>
              <a:ext cx="82296" cy="822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0071" y="6428232"/>
              <a:ext cx="128016" cy="1280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8852" y="5902452"/>
              <a:ext cx="82296" cy="822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6071" y="5239511"/>
              <a:ext cx="128016" cy="12801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20471" y="1580641"/>
              <a:ext cx="4845050" cy="3352800"/>
            </a:xfrm>
            <a:custGeom>
              <a:avLst/>
              <a:gdLst/>
              <a:ahLst/>
              <a:cxnLst/>
              <a:rect l="l" t="t" r="r" b="b"/>
              <a:pathLst>
                <a:path w="4845050" h="3352800">
                  <a:moveTo>
                    <a:pt x="1371204" y="12700"/>
                  </a:moveTo>
                  <a:lnTo>
                    <a:pt x="939980" y="12700"/>
                  </a:lnTo>
                  <a:lnTo>
                    <a:pt x="891973" y="25400"/>
                  </a:lnTo>
                  <a:lnTo>
                    <a:pt x="845357" y="25400"/>
                  </a:lnTo>
                  <a:lnTo>
                    <a:pt x="800131" y="38100"/>
                  </a:lnTo>
                  <a:lnTo>
                    <a:pt x="713856" y="63500"/>
                  </a:lnTo>
                  <a:lnTo>
                    <a:pt x="672807" y="76200"/>
                  </a:lnTo>
                  <a:lnTo>
                    <a:pt x="623419" y="101600"/>
                  </a:lnTo>
                  <a:lnTo>
                    <a:pt x="576153" y="127000"/>
                  </a:lnTo>
                  <a:lnTo>
                    <a:pt x="531008" y="152400"/>
                  </a:lnTo>
                  <a:lnTo>
                    <a:pt x="487986" y="177800"/>
                  </a:lnTo>
                  <a:lnTo>
                    <a:pt x="447086" y="203200"/>
                  </a:lnTo>
                  <a:lnTo>
                    <a:pt x="408308" y="241300"/>
                  </a:lnTo>
                  <a:lnTo>
                    <a:pt x="371653" y="279400"/>
                  </a:lnTo>
                  <a:lnTo>
                    <a:pt x="337121" y="317500"/>
                  </a:lnTo>
                  <a:lnTo>
                    <a:pt x="308497" y="355600"/>
                  </a:lnTo>
                  <a:lnTo>
                    <a:pt x="281185" y="381000"/>
                  </a:lnTo>
                  <a:lnTo>
                    <a:pt x="255185" y="419100"/>
                  </a:lnTo>
                  <a:lnTo>
                    <a:pt x="230496" y="469900"/>
                  </a:lnTo>
                  <a:lnTo>
                    <a:pt x="207119" y="508000"/>
                  </a:lnTo>
                  <a:lnTo>
                    <a:pt x="185054" y="546100"/>
                  </a:lnTo>
                  <a:lnTo>
                    <a:pt x="164301" y="596900"/>
                  </a:lnTo>
                  <a:lnTo>
                    <a:pt x="144860" y="647700"/>
                  </a:lnTo>
                  <a:lnTo>
                    <a:pt x="126730" y="685800"/>
                  </a:lnTo>
                  <a:lnTo>
                    <a:pt x="109913" y="736600"/>
                  </a:lnTo>
                  <a:lnTo>
                    <a:pt x="94407" y="800100"/>
                  </a:lnTo>
                  <a:lnTo>
                    <a:pt x="80213" y="850900"/>
                  </a:lnTo>
                  <a:lnTo>
                    <a:pt x="70941" y="889000"/>
                  </a:lnTo>
                  <a:lnTo>
                    <a:pt x="62238" y="927100"/>
                  </a:lnTo>
                  <a:lnTo>
                    <a:pt x="54104" y="965200"/>
                  </a:lnTo>
                  <a:lnTo>
                    <a:pt x="46539" y="1016000"/>
                  </a:lnTo>
                  <a:lnTo>
                    <a:pt x="39544" y="1054100"/>
                  </a:lnTo>
                  <a:lnTo>
                    <a:pt x="33117" y="1104900"/>
                  </a:lnTo>
                  <a:lnTo>
                    <a:pt x="27260" y="1155700"/>
                  </a:lnTo>
                  <a:lnTo>
                    <a:pt x="21972" y="1193800"/>
                  </a:lnTo>
                  <a:lnTo>
                    <a:pt x="17253" y="1244600"/>
                  </a:lnTo>
                  <a:lnTo>
                    <a:pt x="13104" y="1295400"/>
                  </a:lnTo>
                  <a:lnTo>
                    <a:pt x="9524" y="1346200"/>
                  </a:lnTo>
                  <a:lnTo>
                    <a:pt x="6513" y="1397000"/>
                  </a:lnTo>
                  <a:lnTo>
                    <a:pt x="4071" y="1447800"/>
                  </a:lnTo>
                  <a:lnTo>
                    <a:pt x="2199" y="1511300"/>
                  </a:lnTo>
                  <a:lnTo>
                    <a:pt x="896" y="1562100"/>
                  </a:lnTo>
                  <a:lnTo>
                    <a:pt x="163" y="1625600"/>
                  </a:lnTo>
                  <a:lnTo>
                    <a:pt x="0" y="1676400"/>
                  </a:lnTo>
                  <a:lnTo>
                    <a:pt x="163" y="1739900"/>
                  </a:lnTo>
                  <a:lnTo>
                    <a:pt x="896" y="1790700"/>
                  </a:lnTo>
                  <a:lnTo>
                    <a:pt x="2199" y="1854200"/>
                  </a:lnTo>
                  <a:lnTo>
                    <a:pt x="4071" y="1905000"/>
                  </a:lnTo>
                  <a:lnTo>
                    <a:pt x="6513" y="1955800"/>
                  </a:lnTo>
                  <a:lnTo>
                    <a:pt x="9524" y="2019300"/>
                  </a:lnTo>
                  <a:lnTo>
                    <a:pt x="13104" y="2070099"/>
                  </a:lnTo>
                  <a:lnTo>
                    <a:pt x="17253" y="2120899"/>
                  </a:lnTo>
                  <a:lnTo>
                    <a:pt x="21972" y="2158999"/>
                  </a:lnTo>
                  <a:lnTo>
                    <a:pt x="27260" y="2209799"/>
                  </a:lnTo>
                  <a:lnTo>
                    <a:pt x="33117" y="2260599"/>
                  </a:lnTo>
                  <a:lnTo>
                    <a:pt x="39544" y="2298699"/>
                  </a:lnTo>
                  <a:lnTo>
                    <a:pt x="46539" y="2349499"/>
                  </a:lnTo>
                  <a:lnTo>
                    <a:pt x="54104" y="2387599"/>
                  </a:lnTo>
                  <a:lnTo>
                    <a:pt x="62238" y="2438399"/>
                  </a:lnTo>
                  <a:lnTo>
                    <a:pt x="70941" y="2476499"/>
                  </a:lnTo>
                  <a:lnTo>
                    <a:pt x="80213" y="2514599"/>
                  </a:lnTo>
                  <a:lnTo>
                    <a:pt x="94407" y="2565399"/>
                  </a:lnTo>
                  <a:lnTo>
                    <a:pt x="109913" y="2616199"/>
                  </a:lnTo>
                  <a:lnTo>
                    <a:pt x="126730" y="2666999"/>
                  </a:lnTo>
                  <a:lnTo>
                    <a:pt x="144860" y="2717799"/>
                  </a:lnTo>
                  <a:lnTo>
                    <a:pt x="164301" y="2768599"/>
                  </a:lnTo>
                  <a:lnTo>
                    <a:pt x="185054" y="2806699"/>
                  </a:lnTo>
                  <a:lnTo>
                    <a:pt x="207119" y="2857499"/>
                  </a:lnTo>
                  <a:lnTo>
                    <a:pt x="230496" y="2895599"/>
                  </a:lnTo>
                  <a:lnTo>
                    <a:pt x="255185" y="2933699"/>
                  </a:lnTo>
                  <a:lnTo>
                    <a:pt x="281185" y="2971799"/>
                  </a:lnTo>
                  <a:lnTo>
                    <a:pt x="308497" y="3009899"/>
                  </a:lnTo>
                  <a:lnTo>
                    <a:pt x="337121" y="3047999"/>
                  </a:lnTo>
                  <a:lnTo>
                    <a:pt x="371653" y="3086099"/>
                  </a:lnTo>
                  <a:lnTo>
                    <a:pt x="408308" y="3124199"/>
                  </a:lnTo>
                  <a:lnTo>
                    <a:pt x="447086" y="3149599"/>
                  </a:lnTo>
                  <a:lnTo>
                    <a:pt x="487986" y="3187699"/>
                  </a:lnTo>
                  <a:lnTo>
                    <a:pt x="531008" y="3213099"/>
                  </a:lnTo>
                  <a:lnTo>
                    <a:pt x="576153" y="3238499"/>
                  </a:lnTo>
                  <a:lnTo>
                    <a:pt x="623419" y="3263900"/>
                  </a:lnTo>
                  <a:lnTo>
                    <a:pt x="672807" y="3276600"/>
                  </a:lnTo>
                  <a:lnTo>
                    <a:pt x="713856" y="3289300"/>
                  </a:lnTo>
                  <a:lnTo>
                    <a:pt x="756297" y="3314700"/>
                  </a:lnTo>
                  <a:lnTo>
                    <a:pt x="800131" y="3314700"/>
                  </a:lnTo>
                  <a:lnTo>
                    <a:pt x="845357" y="3327400"/>
                  </a:lnTo>
                  <a:lnTo>
                    <a:pt x="939980" y="3352800"/>
                  </a:lnTo>
                  <a:lnTo>
                    <a:pt x="1317367" y="3352800"/>
                  </a:lnTo>
                  <a:lnTo>
                    <a:pt x="1371204" y="3340100"/>
                  </a:lnTo>
                  <a:lnTo>
                    <a:pt x="1423381" y="3340100"/>
                  </a:lnTo>
                  <a:lnTo>
                    <a:pt x="1522756" y="3314700"/>
                  </a:lnTo>
                  <a:lnTo>
                    <a:pt x="1569955" y="3302000"/>
                  </a:lnTo>
                  <a:lnTo>
                    <a:pt x="1615493" y="3276600"/>
                  </a:lnTo>
                  <a:lnTo>
                    <a:pt x="1659373" y="3263900"/>
                  </a:lnTo>
                  <a:lnTo>
                    <a:pt x="1701594" y="3238499"/>
                  </a:lnTo>
                  <a:lnTo>
                    <a:pt x="1742155" y="3225799"/>
                  </a:lnTo>
                  <a:lnTo>
                    <a:pt x="1781058" y="3200399"/>
                  </a:lnTo>
                  <a:lnTo>
                    <a:pt x="1818302" y="3174999"/>
                  </a:lnTo>
                  <a:lnTo>
                    <a:pt x="1853888" y="3136899"/>
                  </a:lnTo>
                  <a:lnTo>
                    <a:pt x="1887815" y="3111499"/>
                  </a:lnTo>
                  <a:lnTo>
                    <a:pt x="1920084" y="3086099"/>
                  </a:lnTo>
                  <a:lnTo>
                    <a:pt x="1950694" y="3047999"/>
                  </a:lnTo>
                  <a:lnTo>
                    <a:pt x="1979312" y="3009899"/>
                  </a:lnTo>
                  <a:lnTo>
                    <a:pt x="2006617" y="2971799"/>
                  </a:lnTo>
                  <a:lnTo>
                    <a:pt x="2032611" y="2933699"/>
                  </a:lnTo>
                  <a:lnTo>
                    <a:pt x="2057294" y="2895599"/>
                  </a:lnTo>
                  <a:lnTo>
                    <a:pt x="2080667" y="2857499"/>
                  </a:lnTo>
                  <a:lnTo>
                    <a:pt x="2102729" y="2806699"/>
                  </a:lnTo>
                  <a:lnTo>
                    <a:pt x="2123482" y="2768599"/>
                  </a:lnTo>
                  <a:lnTo>
                    <a:pt x="1059138" y="2768599"/>
                  </a:lnTo>
                  <a:lnTo>
                    <a:pt x="1019433" y="2755899"/>
                  </a:lnTo>
                  <a:lnTo>
                    <a:pt x="982192" y="2743199"/>
                  </a:lnTo>
                  <a:lnTo>
                    <a:pt x="947692" y="2717799"/>
                  </a:lnTo>
                  <a:lnTo>
                    <a:pt x="916025" y="2692399"/>
                  </a:lnTo>
                  <a:lnTo>
                    <a:pt x="887216" y="2666999"/>
                  </a:lnTo>
                  <a:lnTo>
                    <a:pt x="861288" y="2628899"/>
                  </a:lnTo>
                  <a:lnTo>
                    <a:pt x="843980" y="2590799"/>
                  </a:lnTo>
                  <a:lnTo>
                    <a:pt x="828198" y="2552699"/>
                  </a:lnTo>
                  <a:lnTo>
                    <a:pt x="813945" y="2514599"/>
                  </a:lnTo>
                  <a:lnTo>
                    <a:pt x="801223" y="2463799"/>
                  </a:lnTo>
                  <a:lnTo>
                    <a:pt x="790033" y="2412999"/>
                  </a:lnTo>
                  <a:lnTo>
                    <a:pt x="780378" y="2349499"/>
                  </a:lnTo>
                  <a:lnTo>
                    <a:pt x="772261" y="2285999"/>
                  </a:lnTo>
                  <a:lnTo>
                    <a:pt x="768158" y="2247899"/>
                  </a:lnTo>
                  <a:lnTo>
                    <a:pt x="764422" y="2209799"/>
                  </a:lnTo>
                  <a:lnTo>
                    <a:pt x="761053" y="2158999"/>
                  </a:lnTo>
                  <a:lnTo>
                    <a:pt x="758052" y="2120899"/>
                  </a:lnTo>
                  <a:lnTo>
                    <a:pt x="755419" y="2070099"/>
                  </a:lnTo>
                  <a:lnTo>
                    <a:pt x="753156" y="2019300"/>
                  </a:lnTo>
                  <a:lnTo>
                    <a:pt x="751262" y="1968500"/>
                  </a:lnTo>
                  <a:lnTo>
                    <a:pt x="749738" y="1917700"/>
                  </a:lnTo>
                  <a:lnTo>
                    <a:pt x="748585" y="1866900"/>
                  </a:lnTo>
                  <a:lnTo>
                    <a:pt x="747803" y="1803400"/>
                  </a:lnTo>
                  <a:lnTo>
                    <a:pt x="747394" y="1739900"/>
                  </a:lnTo>
                  <a:lnTo>
                    <a:pt x="747394" y="1612900"/>
                  </a:lnTo>
                  <a:lnTo>
                    <a:pt x="747803" y="1562100"/>
                  </a:lnTo>
                  <a:lnTo>
                    <a:pt x="748585" y="1498600"/>
                  </a:lnTo>
                  <a:lnTo>
                    <a:pt x="749738" y="1447800"/>
                  </a:lnTo>
                  <a:lnTo>
                    <a:pt x="753156" y="1333500"/>
                  </a:lnTo>
                  <a:lnTo>
                    <a:pt x="755419" y="1295400"/>
                  </a:lnTo>
                  <a:lnTo>
                    <a:pt x="758052" y="1244600"/>
                  </a:lnTo>
                  <a:lnTo>
                    <a:pt x="761053" y="1193800"/>
                  </a:lnTo>
                  <a:lnTo>
                    <a:pt x="764422" y="1155700"/>
                  </a:lnTo>
                  <a:lnTo>
                    <a:pt x="768158" y="1117600"/>
                  </a:lnTo>
                  <a:lnTo>
                    <a:pt x="772261" y="1066800"/>
                  </a:lnTo>
                  <a:lnTo>
                    <a:pt x="780378" y="1003300"/>
                  </a:lnTo>
                  <a:lnTo>
                    <a:pt x="790033" y="952500"/>
                  </a:lnTo>
                  <a:lnTo>
                    <a:pt x="801223" y="901700"/>
                  </a:lnTo>
                  <a:lnTo>
                    <a:pt x="813945" y="850900"/>
                  </a:lnTo>
                  <a:lnTo>
                    <a:pt x="828198" y="812800"/>
                  </a:lnTo>
                  <a:lnTo>
                    <a:pt x="843980" y="774700"/>
                  </a:lnTo>
                  <a:lnTo>
                    <a:pt x="861288" y="736600"/>
                  </a:lnTo>
                  <a:lnTo>
                    <a:pt x="887216" y="698500"/>
                  </a:lnTo>
                  <a:lnTo>
                    <a:pt x="916025" y="673100"/>
                  </a:lnTo>
                  <a:lnTo>
                    <a:pt x="947692" y="647700"/>
                  </a:lnTo>
                  <a:lnTo>
                    <a:pt x="982192" y="622300"/>
                  </a:lnTo>
                  <a:lnTo>
                    <a:pt x="1019433" y="609600"/>
                  </a:lnTo>
                  <a:lnTo>
                    <a:pt x="1059138" y="596900"/>
                  </a:lnTo>
                  <a:lnTo>
                    <a:pt x="1101296" y="584200"/>
                  </a:lnTo>
                  <a:lnTo>
                    <a:pt x="2118293" y="584200"/>
                  </a:lnTo>
                  <a:lnTo>
                    <a:pt x="2102729" y="546100"/>
                  </a:lnTo>
                  <a:lnTo>
                    <a:pt x="2080667" y="508000"/>
                  </a:lnTo>
                  <a:lnTo>
                    <a:pt x="2057294" y="469900"/>
                  </a:lnTo>
                  <a:lnTo>
                    <a:pt x="2032611" y="419100"/>
                  </a:lnTo>
                  <a:lnTo>
                    <a:pt x="2006617" y="381000"/>
                  </a:lnTo>
                  <a:lnTo>
                    <a:pt x="1979312" y="355600"/>
                  </a:lnTo>
                  <a:lnTo>
                    <a:pt x="1950694" y="317500"/>
                  </a:lnTo>
                  <a:lnTo>
                    <a:pt x="1920084" y="279400"/>
                  </a:lnTo>
                  <a:lnTo>
                    <a:pt x="1887815" y="254000"/>
                  </a:lnTo>
                  <a:lnTo>
                    <a:pt x="1853888" y="215900"/>
                  </a:lnTo>
                  <a:lnTo>
                    <a:pt x="1818302" y="190500"/>
                  </a:lnTo>
                  <a:lnTo>
                    <a:pt x="1781058" y="165100"/>
                  </a:lnTo>
                  <a:lnTo>
                    <a:pt x="1742155" y="139700"/>
                  </a:lnTo>
                  <a:lnTo>
                    <a:pt x="1701594" y="114300"/>
                  </a:lnTo>
                  <a:lnTo>
                    <a:pt x="1659373" y="101600"/>
                  </a:lnTo>
                  <a:lnTo>
                    <a:pt x="1615493" y="76200"/>
                  </a:lnTo>
                  <a:lnTo>
                    <a:pt x="1522756" y="50800"/>
                  </a:lnTo>
                  <a:lnTo>
                    <a:pt x="1423381" y="25400"/>
                  </a:lnTo>
                  <a:lnTo>
                    <a:pt x="1371204" y="12700"/>
                  </a:lnTo>
                  <a:close/>
                </a:path>
                <a:path w="4845050" h="3352800">
                  <a:moveTo>
                    <a:pt x="2118293" y="584200"/>
                  </a:moveTo>
                  <a:lnTo>
                    <a:pt x="1190117" y="584200"/>
                  </a:lnTo>
                  <a:lnTo>
                    <a:pt x="1231541" y="596900"/>
                  </a:lnTo>
                  <a:lnTo>
                    <a:pt x="1270178" y="609600"/>
                  </a:lnTo>
                  <a:lnTo>
                    <a:pt x="1339501" y="647700"/>
                  </a:lnTo>
                  <a:lnTo>
                    <a:pt x="1370733" y="673100"/>
                  </a:lnTo>
                  <a:lnTo>
                    <a:pt x="1399750" y="698500"/>
                  </a:lnTo>
                  <a:lnTo>
                    <a:pt x="1426565" y="736600"/>
                  </a:lnTo>
                  <a:lnTo>
                    <a:pt x="1443866" y="774700"/>
                  </a:lnTo>
                  <a:lnTo>
                    <a:pt x="1459632" y="812800"/>
                  </a:lnTo>
                  <a:lnTo>
                    <a:pt x="1473868" y="850900"/>
                  </a:lnTo>
                  <a:lnTo>
                    <a:pt x="1486577" y="901700"/>
                  </a:lnTo>
                  <a:lnTo>
                    <a:pt x="1497765" y="952500"/>
                  </a:lnTo>
                  <a:lnTo>
                    <a:pt x="1507435" y="1003300"/>
                  </a:lnTo>
                  <a:lnTo>
                    <a:pt x="1515592" y="1066800"/>
                  </a:lnTo>
                  <a:lnTo>
                    <a:pt x="1519693" y="1117600"/>
                  </a:lnTo>
                  <a:lnTo>
                    <a:pt x="1523424" y="1155700"/>
                  </a:lnTo>
                  <a:lnTo>
                    <a:pt x="1526786" y="1193800"/>
                  </a:lnTo>
                  <a:lnTo>
                    <a:pt x="1529778" y="1244600"/>
                  </a:lnTo>
                  <a:lnTo>
                    <a:pt x="1532402" y="1295400"/>
                  </a:lnTo>
                  <a:lnTo>
                    <a:pt x="1534658" y="1333500"/>
                  </a:lnTo>
                  <a:lnTo>
                    <a:pt x="1538066" y="1447800"/>
                  </a:lnTo>
                  <a:lnTo>
                    <a:pt x="1539220" y="1498600"/>
                  </a:lnTo>
                  <a:lnTo>
                    <a:pt x="1540007" y="1562100"/>
                  </a:lnTo>
                  <a:lnTo>
                    <a:pt x="1540428" y="1612900"/>
                  </a:lnTo>
                  <a:lnTo>
                    <a:pt x="1540428" y="1739900"/>
                  </a:lnTo>
                  <a:lnTo>
                    <a:pt x="1540092" y="1790700"/>
                  </a:lnTo>
                  <a:lnTo>
                    <a:pt x="1539220" y="1866900"/>
                  </a:lnTo>
                  <a:lnTo>
                    <a:pt x="1538066" y="1917700"/>
                  </a:lnTo>
                  <a:lnTo>
                    <a:pt x="1536546" y="1968500"/>
                  </a:lnTo>
                  <a:lnTo>
                    <a:pt x="1534658" y="2019300"/>
                  </a:lnTo>
                  <a:lnTo>
                    <a:pt x="1532402" y="2070099"/>
                  </a:lnTo>
                  <a:lnTo>
                    <a:pt x="1529778" y="2120899"/>
                  </a:lnTo>
                  <a:lnTo>
                    <a:pt x="1526786" y="2158999"/>
                  </a:lnTo>
                  <a:lnTo>
                    <a:pt x="1523424" y="2209799"/>
                  </a:lnTo>
                  <a:lnTo>
                    <a:pt x="1519693" y="2247899"/>
                  </a:lnTo>
                  <a:lnTo>
                    <a:pt x="1515592" y="2285999"/>
                  </a:lnTo>
                  <a:lnTo>
                    <a:pt x="1507435" y="2349499"/>
                  </a:lnTo>
                  <a:lnTo>
                    <a:pt x="1497765" y="2412999"/>
                  </a:lnTo>
                  <a:lnTo>
                    <a:pt x="1486577" y="2463799"/>
                  </a:lnTo>
                  <a:lnTo>
                    <a:pt x="1473868" y="2514599"/>
                  </a:lnTo>
                  <a:lnTo>
                    <a:pt x="1459632" y="2552699"/>
                  </a:lnTo>
                  <a:lnTo>
                    <a:pt x="1443866" y="2590799"/>
                  </a:lnTo>
                  <a:lnTo>
                    <a:pt x="1426565" y="2628899"/>
                  </a:lnTo>
                  <a:lnTo>
                    <a:pt x="1399750" y="2666999"/>
                  </a:lnTo>
                  <a:lnTo>
                    <a:pt x="1370733" y="2692399"/>
                  </a:lnTo>
                  <a:lnTo>
                    <a:pt x="1339501" y="2717799"/>
                  </a:lnTo>
                  <a:lnTo>
                    <a:pt x="1306042" y="2743199"/>
                  </a:lnTo>
                  <a:lnTo>
                    <a:pt x="1231541" y="2768599"/>
                  </a:lnTo>
                  <a:lnTo>
                    <a:pt x="2123482" y="2768599"/>
                  </a:lnTo>
                  <a:lnTo>
                    <a:pt x="2142925" y="2717799"/>
                  </a:lnTo>
                  <a:lnTo>
                    <a:pt x="2161060" y="2666999"/>
                  </a:lnTo>
                  <a:lnTo>
                    <a:pt x="2177886" y="2616199"/>
                  </a:lnTo>
                  <a:lnTo>
                    <a:pt x="2193404" y="2565399"/>
                  </a:lnTo>
                  <a:lnTo>
                    <a:pt x="2207615" y="2514599"/>
                  </a:lnTo>
                  <a:lnTo>
                    <a:pt x="2216879" y="2476499"/>
                  </a:lnTo>
                  <a:lnTo>
                    <a:pt x="2225576" y="2438399"/>
                  </a:lnTo>
                  <a:lnTo>
                    <a:pt x="2233705" y="2387599"/>
                  </a:lnTo>
                  <a:lnTo>
                    <a:pt x="2241266" y="2349499"/>
                  </a:lnTo>
                  <a:lnTo>
                    <a:pt x="2248260" y="2298699"/>
                  </a:lnTo>
                  <a:lnTo>
                    <a:pt x="2254684" y="2260599"/>
                  </a:lnTo>
                  <a:lnTo>
                    <a:pt x="2260541" y="2209799"/>
                  </a:lnTo>
                  <a:lnTo>
                    <a:pt x="2265828" y="2158999"/>
                  </a:lnTo>
                  <a:lnTo>
                    <a:pt x="2270545" y="2120899"/>
                  </a:lnTo>
                  <a:lnTo>
                    <a:pt x="2274693" y="2070099"/>
                  </a:lnTo>
                  <a:lnTo>
                    <a:pt x="2278271" y="2019300"/>
                  </a:lnTo>
                  <a:lnTo>
                    <a:pt x="2281279" y="1955800"/>
                  </a:lnTo>
                  <a:lnTo>
                    <a:pt x="2283716" y="1905000"/>
                  </a:lnTo>
                  <a:lnTo>
                    <a:pt x="2285582" y="1854200"/>
                  </a:lnTo>
                  <a:lnTo>
                    <a:pt x="2286877" y="1790700"/>
                  </a:lnTo>
                  <a:lnTo>
                    <a:pt x="2287601" y="1739900"/>
                  </a:lnTo>
                  <a:lnTo>
                    <a:pt x="2287752" y="1676400"/>
                  </a:lnTo>
                  <a:lnTo>
                    <a:pt x="2287601" y="1625600"/>
                  </a:lnTo>
                  <a:lnTo>
                    <a:pt x="2286877" y="1562100"/>
                  </a:lnTo>
                  <a:lnTo>
                    <a:pt x="2285582" y="1511300"/>
                  </a:lnTo>
                  <a:lnTo>
                    <a:pt x="2283716" y="1447800"/>
                  </a:lnTo>
                  <a:lnTo>
                    <a:pt x="2281279" y="1397000"/>
                  </a:lnTo>
                  <a:lnTo>
                    <a:pt x="2278271" y="1346200"/>
                  </a:lnTo>
                  <a:lnTo>
                    <a:pt x="2274693" y="1295400"/>
                  </a:lnTo>
                  <a:lnTo>
                    <a:pt x="2270545" y="1244600"/>
                  </a:lnTo>
                  <a:lnTo>
                    <a:pt x="2265828" y="1193800"/>
                  </a:lnTo>
                  <a:lnTo>
                    <a:pt x="2260541" y="1155700"/>
                  </a:lnTo>
                  <a:lnTo>
                    <a:pt x="2254684" y="1104900"/>
                  </a:lnTo>
                  <a:lnTo>
                    <a:pt x="2248260" y="1054100"/>
                  </a:lnTo>
                  <a:lnTo>
                    <a:pt x="2241266" y="1016000"/>
                  </a:lnTo>
                  <a:lnTo>
                    <a:pt x="2233705" y="965200"/>
                  </a:lnTo>
                  <a:lnTo>
                    <a:pt x="2225576" y="927100"/>
                  </a:lnTo>
                  <a:lnTo>
                    <a:pt x="2216879" y="889000"/>
                  </a:lnTo>
                  <a:lnTo>
                    <a:pt x="2207615" y="850900"/>
                  </a:lnTo>
                  <a:lnTo>
                    <a:pt x="2193404" y="800100"/>
                  </a:lnTo>
                  <a:lnTo>
                    <a:pt x="2177886" y="736600"/>
                  </a:lnTo>
                  <a:lnTo>
                    <a:pt x="2161060" y="685800"/>
                  </a:lnTo>
                  <a:lnTo>
                    <a:pt x="2142925" y="647700"/>
                  </a:lnTo>
                  <a:lnTo>
                    <a:pt x="2123482" y="596900"/>
                  </a:lnTo>
                  <a:lnTo>
                    <a:pt x="2118293" y="584200"/>
                  </a:lnTo>
                  <a:close/>
                </a:path>
                <a:path w="4845050" h="3352800">
                  <a:moveTo>
                    <a:pt x="1204713" y="0"/>
                  </a:moveTo>
                  <a:lnTo>
                    <a:pt x="1040161" y="0"/>
                  </a:lnTo>
                  <a:lnTo>
                    <a:pt x="989376" y="12700"/>
                  </a:lnTo>
                  <a:lnTo>
                    <a:pt x="1261870" y="12700"/>
                  </a:lnTo>
                  <a:lnTo>
                    <a:pt x="1204713" y="0"/>
                  </a:lnTo>
                  <a:close/>
                </a:path>
                <a:path w="4845050" h="3352800">
                  <a:moveTo>
                    <a:pt x="3421989" y="2373629"/>
                  </a:moveTo>
                  <a:lnTo>
                    <a:pt x="2670530" y="2373629"/>
                  </a:lnTo>
                  <a:lnTo>
                    <a:pt x="2675063" y="2429845"/>
                  </a:lnTo>
                  <a:lnTo>
                    <a:pt x="2681519" y="2484524"/>
                  </a:lnTo>
                  <a:lnTo>
                    <a:pt x="2689898" y="2537668"/>
                  </a:lnTo>
                  <a:lnTo>
                    <a:pt x="2700198" y="2589275"/>
                  </a:lnTo>
                  <a:lnTo>
                    <a:pt x="2712421" y="2639347"/>
                  </a:lnTo>
                  <a:lnTo>
                    <a:pt x="2726566" y="2687883"/>
                  </a:lnTo>
                  <a:lnTo>
                    <a:pt x="2742633" y="2734883"/>
                  </a:lnTo>
                  <a:lnTo>
                    <a:pt x="2760621" y="2780347"/>
                  </a:lnTo>
                  <a:lnTo>
                    <a:pt x="2780530" y="2824275"/>
                  </a:lnTo>
                  <a:lnTo>
                    <a:pt x="2802361" y="2866667"/>
                  </a:lnTo>
                  <a:lnTo>
                    <a:pt x="2826112" y="2907524"/>
                  </a:lnTo>
                  <a:lnTo>
                    <a:pt x="2851785" y="2946844"/>
                  </a:lnTo>
                  <a:lnTo>
                    <a:pt x="2879378" y="2984628"/>
                  </a:lnTo>
                  <a:lnTo>
                    <a:pt x="2908891" y="3020877"/>
                  </a:lnTo>
                  <a:lnTo>
                    <a:pt x="2940325" y="3055590"/>
                  </a:lnTo>
                  <a:lnTo>
                    <a:pt x="2973679" y="3088766"/>
                  </a:lnTo>
                  <a:lnTo>
                    <a:pt x="3006801" y="3118388"/>
                  </a:lnTo>
                  <a:lnTo>
                    <a:pt x="3041531" y="3146249"/>
                  </a:lnTo>
                  <a:lnTo>
                    <a:pt x="3077870" y="3172348"/>
                  </a:lnTo>
                  <a:lnTo>
                    <a:pt x="3115817" y="3196686"/>
                  </a:lnTo>
                  <a:lnTo>
                    <a:pt x="3155373" y="3219262"/>
                  </a:lnTo>
                  <a:lnTo>
                    <a:pt x="3196536" y="3240078"/>
                  </a:lnTo>
                  <a:lnTo>
                    <a:pt x="3239309" y="3259132"/>
                  </a:lnTo>
                  <a:lnTo>
                    <a:pt x="3283689" y="3276424"/>
                  </a:lnTo>
                  <a:lnTo>
                    <a:pt x="3329678" y="3291956"/>
                  </a:lnTo>
                  <a:lnTo>
                    <a:pt x="3377275" y="3305726"/>
                  </a:lnTo>
                  <a:lnTo>
                    <a:pt x="3426481" y="3317734"/>
                  </a:lnTo>
                  <a:lnTo>
                    <a:pt x="3477295" y="3327982"/>
                  </a:lnTo>
                  <a:lnTo>
                    <a:pt x="3529718" y="3336468"/>
                  </a:lnTo>
                  <a:lnTo>
                    <a:pt x="3584745" y="3343317"/>
                  </a:lnTo>
                  <a:lnTo>
                    <a:pt x="3585139" y="3343317"/>
                  </a:lnTo>
                  <a:lnTo>
                    <a:pt x="3639922" y="3348204"/>
                  </a:lnTo>
                  <a:lnTo>
                    <a:pt x="3640240" y="3348204"/>
                  </a:lnTo>
                  <a:lnTo>
                    <a:pt x="3696748" y="3351365"/>
                  </a:lnTo>
                  <a:lnTo>
                    <a:pt x="3755491" y="3352800"/>
                  </a:lnTo>
                  <a:lnTo>
                    <a:pt x="3813844" y="3351365"/>
                  </a:lnTo>
                  <a:lnTo>
                    <a:pt x="3870624" y="3348204"/>
                  </a:lnTo>
                  <a:lnTo>
                    <a:pt x="3925830" y="3343317"/>
                  </a:lnTo>
                  <a:lnTo>
                    <a:pt x="3979464" y="3336703"/>
                  </a:lnTo>
                  <a:lnTo>
                    <a:pt x="4031525" y="3328364"/>
                  </a:lnTo>
                  <a:lnTo>
                    <a:pt x="4082013" y="3318298"/>
                  </a:lnTo>
                  <a:lnTo>
                    <a:pt x="4130928" y="3306506"/>
                  </a:lnTo>
                  <a:lnTo>
                    <a:pt x="4178271" y="3292987"/>
                  </a:lnTo>
                  <a:lnTo>
                    <a:pt x="4224042" y="3277742"/>
                  </a:lnTo>
                  <a:lnTo>
                    <a:pt x="4268240" y="3260772"/>
                  </a:lnTo>
                  <a:lnTo>
                    <a:pt x="4310866" y="3242074"/>
                  </a:lnTo>
                  <a:lnTo>
                    <a:pt x="4351921" y="3221651"/>
                  </a:lnTo>
                  <a:lnTo>
                    <a:pt x="4391403" y="3199501"/>
                  </a:lnTo>
                  <a:lnTo>
                    <a:pt x="4429314" y="3175625"/>
                  </a:lnTo>
                  <a:lnTo>
                    <a:pt x="4465653" y="3150023"/>
                  </a:lnTo>
                  <a:lnTo>
                    <a:pt x="4500421" y="3122694"/>
                  </a:lnTo>
                  <a:lnTo>
                    <a:pt x="4533618" y="3093640"/>
                  </a:lnTo>
                  <a:lnTo>
                    <a:pt x="4565243" y="3062858"/>
                  </a:lnTo>
                  <a:lnTo>
                    <a:pt x="4596943" y="3028601"/>
                  </a:lnTo>
                  <a:lnTo>
                    <a:pt x="4626733" y="2992841"/>
                  </a:lnTo>
                  <a:lnTo>
                    <a:pt x="4654615" y="2955578"/>
                  </a:lnTo>
                  <a:lnTo>
                    <a:pt x="4680587" y="2916811"/>
                  </a:lnTo>
                  <a:lnTo>
                    <a:pt x="4704651" y="2876541"/>
                  </a:lnTo>
                  <a:lnTo>
                    <a:pt x="4726806" y="2834767"/>
                  </a:lnTo>
                  <a:lnTo>
                    <a:pt x="4747051" y="2791489"/>
                  </a:lnTo>
                  <a:lnTo>
                    <a:pt x="4756632" y="2768091"/>
                  </a:lnTo>
                  <a:lnTo>
                    <a:pt x="3755491" y="2768091"/>
                  </a:lnTo>
                  <a:lnTo>
                    <a:pt x="3696391" y="2763807"/>
                  </a:lnTo>
                  <a:lnTo>
                    <a:pt x="3643150" y="2751555"/>
                  </a:lnTo>
                  <a:lnTo>
                    <a:pt x="3595773" y="2731323"/>
                  </a:lnTo>
                  <a:lnTo>
                    <a:pt x="3554266" y="2703100"/>
                  </a:lnTo>
                  <a:lnTo>
                    <a:pt x="3518636" y="2666872"/>
                  </a:lnTo>
                  <a:lnTo>
                    <a:pt x="3493194" y="2630793"/>
                  </a:lnTo>
                  <a:lnTo>
                    <a:pt x="3471481" y="2589605"/>
                  </a:lnTo>
                  <a:lnTo>
                    <a:pt x="3453501" y="2543301"/>
                  </a:lnTo>
                  <a:lnTo>
                    <a:pt x="3439256" y="2491876"/>
                  </a:lnTo>
                  <a:lnTo>
                    <a:pt x="3428808" y="2435629"/>
                  </a:lnTo>
                  <a:lnTo>
                    <a:pt x="3428751" y="2435321"/>
                  </a:lnTo>
                  <a:lnTo>
                    <a:pt x="3421989" y="2373629"/>
                  </a:lnTo>
                  <a:close/>
                </a:path>
                <a:path w="4845050" h="3352800">
                  <a:moveTo>
                    <a:pt x="4765080" y="1743202"/>
                  </a:moveTo>
                  <a:lnTo>
                    <a:pt x="3755491" y="1743202"/>
                  </a:lnTo>
                  <a:lnTo>
                    <a:pt x="3813995" y="1747360"/>
                  </a:lnTo>
                  <a:lnTo>
                    <a:pt x="3866696" y="1758813"/>
                  </a:lnTo>
                  <a:lnTo>
                    <a:pt x="3913590" y="1777555"/>
                  </a:lnTo>
                  <a:lnTo>
                    <a:pt x="3954674" y="1803578"/>
                  </a:lnTo>
                  <a:lnTo>
                    <a:pt x="3989944" y="1836876"/>
                  </a:lnTo>
                  <a:lnTo>
                    <a:pt x="4019397" y="1877440"/>
                  </a:lnTo>
                  <a:lnTo>
                    <a:pt x="4038036" y="1912392"/>
                  </a:lnTo>
                  <a:lnTo>
                    <a:pt x="4054136" y="1950858"/>
                  </a:lnTo>
                  <a:lnTo>
                    <a:pt x="4067693" y="1992843"/>
                  </a:lnTo>
                  <a:lnTo>
                    <a:pt x="4078706" y="2038349"/>
                  </a:lnTo>
                  <a:lnTo>
                    <a:pt x="4087171" y="2087380"/>
                  </a:lnTo>
                  <a:lnTo>
                    <a:pt x="4093085" y="2139938"/>
                  </a:lnTo>
                  <a:lnTo>
                    <a:pt x="4096445" y="2196025"/>
                  </a:lnTo>
                  <a:lnTo>
                    <a:pt x="4097248" y="2255646"/>
                  </a:lnTo>
                  <a:lnTo>
                    <a:pt x="4095802" y="2320125"/>
                  </a:lnTo>
                  <a:lnTo>
                    <a:pt x="4091656" y="2380118"/>
                  </a:lnTo>
                  <a:lnTo>
                    <a:pt x="4084851" y="2435321"/>
                  </a:lnTo>
                  <a:lnTo>
                    <a:pt x="4084814" y="2435629"/>
                  </a:lnTo>
                  <a:lnTo>
                    <a:pt x="4075277" y="2486659"/>
                  </a:lnTo>
                  <a:lnTo>
                    <a:pt x="4063050" y="2533213"/>
                  </a:lnTo>
                  <a:lnTo>
                    <a:pt x="4048135" y="2575294"/>
                  </a:lnTo>
                  <a:lnTo>
                    <a:pt x="4030535" y="2612903"/>
                  </a:lnTo>
                  <a:lnTo>
                    <a:pt x="4010253" y="2646044"/>
                  </a:lnTo>
                  <a:lnTo>
                    <a:pt x="3979105" y="2683731"/>
                  </a:lnTo>
                  <a:lnTo>
                    <a:pt x="3943442" y="2714488"/>
                  </a:lnTo>
                  <a:lnTo>
                    <a:pt x="3903256" y="2738310"/>
                  </a:lnTo>
                  <a:lnTo>
                    <a:pt x="3858540" y="2755189"/>
                  </a:lnTo>
                  <a:lnTo>
                    <a:pt x="3809287" y="2765119"/>
                  </a:lnTo>
                  <a:lnTo>
                    <a:pt x="3755491" y="2768091"/>
                  </a:lnTo>
                  <a:lnTo>
                    <a:pt x="4756632" y="2768091"/>
                  </a:lnTo>
                  <a:lnTo>
                    <a:pt x="4781816" y="2700422"/>
                  </a:lnTo>
                  <a:lnTo>
                    <a:pt x="4796335" y="2652631"/>
                  </a:lnTo>
                  <a:lnTo>
                    <a:pt x="4808945" y="2603337"/>
                  </a:lnTo>
                  <a:lnTo>
                    <a:pt x="4819646" y="2552537"/>
                  </a:lnTo>
                  <a:lnTo>
                    <a:pt x="4828438" y="2500233"/>
                  </a:lnTo>
                  <a:lnTo>
                    <a:pt x="4835321" y="2446424"/>
                  </a:lnTo>
                  <a:lnTo>
                    <a:pt x="4840295" y="2391110"/>
                  </a:lnTo>
                  <a:lnTo>
                    <a:pt x="4843360" y="2334291"/>
                  </a:lnTo>
                  <a:lnTo>
                    <a:pt x="4844516" y="2275966"/>
                  </a:lnTo>
                  <a:lnTo>
                    <a:pt x="4843072" y="2215098"/>
                  </a:lnTo>
                  <a:lnTo>
                    <a:pt x="4840222" y="2156022"/>
                  </a:lnTo>
                  <a:lnTo>
                    <a:pt x="4835965" y="2098738"/>
                  </a:lnTo>
                  <a:lnTo>
                    <a:pt x="4830302" y="2043246"/>
                  </a:lnTo>
                  <a:lnTo>
                    <a:pt x="4823232" y="1989546"/>
                  </a:lnTo>
                  <a:lnTo>
                    <a:pt x="4814756" y="1937638"/>
                  </a:lnTo>
                  <a:lnTo>
                    <a:pt x="4804873" y="1887523"/>
                  </a:lnTo>
                  <a:lnTo>
                    <a:pt x="4793584" y="1839199"/>
                  </a:lnTo>
                  <a:lnTo>
                    <a:pt x="4780889" y="1792668"/>
                  </a:lnTo>
                  <a:lnTo>
                    <a:pt x="4766787" y="1747929"/>
                  </a:lnTo>
                  <a:lnTo>
                    <a:pt x="4765080" y="1743202"/>
                  </a:lnTo>
                  <a:close/>
                </a:path>
                <a:path w="4845050" h="3352800">
                  <a:moveTo>
                    <a:pt x="4682083" y="52958"/>
                  </a:moveTo>
                  <a:lnTo>
                    <a:pt x="2865475" y="52958"/>
                  </a:lnTo>
                  <a:lnTo>
                    <a:pt x="2784393" y="1912392"/>
                  </a:lnTo>
                  <a:lnTo>
                    <a:pt x="2784322" y="1914016"/>
                  </a:lnTo>
                  <a:lnTo>
                    <a:pt x="3478885" y="1914016"/>
                  </a:lnTo>
                  <a:lnTo>
                    <a:pt x="3499078" y="1878393"/>
                  </a:lnTo>
                  <a:lnTo>
                    <a:pt x="3523272" y="1846198"/>
                  </a:lnTo>
                  <a:lnTo>
                    <a:pt x="3551466" y="1817433"/>
                  </a:lnTo>
                  <a:lnTo>
                    <a:pt x="3583660" y="1792096"/>
                  </a:lnTo>
                  <a:lnTo>
                    <a:pt x="3620046" y="1771312"/>
                  </a:lnTo>
                  <a:lnTo>
                    <a:pt x="3660813" y="1756219"/>
                  </a:lnTo>
                  <a:lnTo>
                    <a:pt x="3705961" y="1746841"/>
                  </a:lnTo>
                  <a:lnTo>
                    <a:pt x="3755491" y="1743202"/>
                  </a:lnTo>
                  <a:lnTo>
                    <a:pt x="4765080" y="1743202"/>
                  </a:lnTo>
                  <a:lnTo>
                    <a:pt x="4751279" y="1704982"/>
                  </a:lnTo>
                  <a:lnTo>
                    <a:pt x="4734365" y="1663826"/>
                  </a:lnTo>
                  <a:lnTo>
                    <a:pt x="4716044" y="1624464"/>
                  </a:lnTo>
                  <a:lnTo>
                    <a:pt x="4696317" y="1586893"/>
                  </a:lnTo>
                  <a:lnTo>
                    <a:pt x="4675183" y="1551114"/>
                  </a:lnTo>
                  <a:lnTo>
                    <a:pt x="4652643" y="1517127"/>
                  </a:lnTo>
                  <a:lnTo>
                    <a:pt x="4628696" y="1484933"/>
                  </a:lnTo>
                  <a:lnTo>
                    <a:pt x="4603343" y="1454530"/>
                  </a:lnTo>
                  <a:lnTo>
                    <a:pt x="4569094" y="1417984"/>
                  </a:lnTo>
                  <a:lnTo>
                    <a:pt x="4533347" y="1384163"/>
                  </a:lnTo>
                  <a:lnTo>
                    <a:pt x="4525753" y="1377822"/>
                  </a:lnTo>
                  <a:lnTo>
                    <a:pt x="3519652" y="1377822"/>
                  </a:lnTo>
                  <a:lnTo>
                    <a:pt x="3560292" y="637666"/>
                  </a:lnTo>
                  <a:lnTo>
                    <a:pt x="4682083" y="637666"/>
                  </a:lnTo>
                  <a:lnTo>
                    <a:pt x="4682083" y="52958"/>
                  </a:lnTo>
                  <a:close/>
                </a:path>
                <a:path w="4845050" h="3352800">
                  <a:moveTo>
                    <a:pt x="3987393" y="1191005"/>
                  </a:moveTo>
                  <a:lnTo>
                    <a:pt x="3935429" y="1192826"/>
                  </a:lnTo>
                  <a:lnTo>
                    <a:pt x="3885708" y="1197403"/>
                  </a:lnTo>
                  <a:lnTo>
                    <a:pt x="3838232" y="1204737"/>
                  </a:lnTo>
                  <a:lnTo>
                    <a:pt x="3792998" y="1214834"/>
                  </a:lnTo>
                  <a:lnTo>
                    <a:pt x="3750009" y="1227697"/>
                  </a:lnTo>
                  <a:lnTo>
                    <a:pt x="3709263" y="1243329"/>
                  </a:lnTo>
                  <a:lnTo>
                    <a:pt x="3663636" y="1264986"/>
                  </a:lnTo>
                  <a:lnTo>
                    <a:pt x="3621855" y="1289263"/>
                  </a:lnTo>
                  <a:lnTo>
                    <a:pt x="3583926" y="1316161"/>
                  </a:lnTo>
                  <a:lnTo>
                    <a:pt x="3549857" y="1345681"/>
                  </a:lnTo>
                  <a:lnTo>
                    <a:pt x="3519652" y="1377822"/>
                  </a:lnTo>
                  <a:lnTo>
                    <a:pt x="4525753" y="1377822"/>
                  </a:lnTo>
                  <a:lnTo>
                    <a:pt x="4496103" y="1353067"/>
                  </a:lnTo>
                  <a:lnTo>
                    <a:pt x="4457360" y="1324698"/>
                  </a:lnTo>
                  <a:lnTo>
                    <a:pt x="4417118" y="1299055"/>
                  </a:lnTo>
                  <a:lnTo>
                    <a:pt x="4375376" y="1276139"/>
                  </a:lnTo>
                  <a:lnTo>
                    <a:pt x="4332135" y="1255950"/>
                  </a:lnTo>
                  <a:lnTo>
                    <a:pt x="4287392" y="1238488"/>
                  </a:lnTo>
                  <a:lnTo>
                    <a:pt x="4241149" y="1223754"/>
                  </a:lnTo>
                  <a:lnTo>
                    <a:pt x="4193403" y="1211748"/>
                  </a:lnTo>
                  <a:lnTo>
                    <a:pt x="4144156" y="1202469"/>
                  </a:lnTo>
                  <a:lnTo>
                    <a:pt x="4093405" y="1195919"/>
                  </a:lnTo>
                  <a:lnTo>
                    <a:pt x="4041151" y="1192098"/>
                  </a:lnTo>
                  <a:lnTo>
                    <a:pt x="3987393" y="1191005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1519" y="2381123"/>
              <a:ext cx="1715262" cy="2484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800" y="2802001"/>
              <a:ext cx="1463548" cy="70408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12289" y="2802001"/>
              <a:ext cx="2438781" cy="7040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12742" y="2802001"/>
              <a:ext cx="975360" cy="7040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49775" y="2802001"/>
              <a:ext cx="1463039" cy="7040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76010" y="2802001"/>
              <a:ext cx="1463547" cy="70408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07" y="1970"/>
                  </a:lnTo>
                  <a:lnTo>
                    <a:pt x="497942" y="7778"/>
                  </a:lnTo>
                  <a:lnTo>
                    <a:pt x="451515" y="17271"/>
                  </a:lnTo>
                  <a:lnTo>
                    <a:pt x="406481" y="30297"/>
                  </a:lnTo>
                  <a:lnTo>
                    <a:pt x="362991" y="46702"/>
                  </a:lnTo>
                  <a:lnTo>
                    <a:pt x="321200" y="66334"/>
                  </a:lnTo>
                  <a:lnTo>
                    <a:pt x="281259" y="89039"/>
                  </a:lnTo>
                  <a:lnTo>
                    <a:pt x="243321" y="114665"/>
                  </a:lnTo>
                  <a:lnTo>
                    <a:pt x="207540" y="143060"/>
                  </a:lnTo>
                  <a:lnTo>
                    <a:pt x="174069" y="174069"/>
                  </a:lnTo>
                  <a:lnTo>
                    <a:pt x="143060" y="207540"/>
                  </a:lnTo>
                  <a:lnTo>
                    <a:pt x="114665" y="243321"/>
                  </a:lnTo>
                  <a:lnTo>
                    <a:pt x="89039" y="281259"/>
                  </a:lnTo>
                  <a:lnTo>
                    <a:pt x="66334" y="321200"/>
                  </a:lnTo>
                  <a:lnTo>
                    <a:pt x="46702" y="362991"/>
                  </a:lnTo>
                  <a:lnTo>
                    <a:pt x="30297" y="406481"/>
                  </a:lnTo>
                  <a:lnTo>
                    <a:pt x="17271" y="451515"/>
                  </a:lnTo>
                  <a:lnTo>
                    <a:pt x="7778" y="497942"/>
                  </a:lnTo>
                  <a:lnTo>
                    <a:pt x="1970" y="545607"/>
                  </a:lnTo>
                  <a:lnTo>
                    <a:pt x="0" y="594360"/>
                  </a:lnTo>
                  <a:lnTo>
                    <a:pt x="1970" y="643112"/>
                  </a:lnTo>
                  <a:lnTo>
                    <a:pt x="7778" y="690777"/>
                  </a:lnTo>
                  <a:lnTo>
                    <a:pt x="17271" y="737204"/>
                  </a:lnTo>
                  <a:lnTo>
                    <a:pt x="30297" y="782238"/>
                  </a:lnTo>
                  <a:lnTo>
                    <a:pt x="46702" y="825728"/>
                  </a:lnTo>
                  <a:lnTo>
                    <a:pt x="66334" y="867519"/>
                  </a:lnTo>
                  <a:lnTo>
                    <a:pt x="89039" y="907460"/>
                  </a:lnTo>
                  <a:lnTo>
                    <a:pt x="114665" y="945398"/>
                  </a:lnTo>
                  <a:lnTo>
                    <a:pt x="143060" y="981179"/>
                  </a:lnTo>
                  <a:lnTo>
                    <a:pt x="174069" y="1014650"/>
                  </a:lnTo>
                  <a:lnTo>
                    <a:pt x="207540" y="1045659"/>
                  </a:lnTo>
                  <a:lnTo>
                    <a:pt x="243321" y="1074054"/>
                  </a:lnTo>
                  <a:lnTo>
                    <a:pt x="281259" y="1099680"/>
                  </a:lnTo>
                  <a:lnTo>
                    <a:pt x="321200" y="1122385"/>
                  </a:lnTo>
                  <a:lnTo>
                    <a:pt x="362991" y="1142017"/>
                  </a:lnTo>
                  <a:lnTo>
                    <a:pt x="406481" y="1158422"/>
                  </a:lnTo>
                  <a:lnTo>
                    <a:pt x="451515" y="1171448"/>
                  </a:lnTo>
                  <a:lnTo>
                    <a:pt x="497942" y="1180941"/>
                  </a:lnTo>
                  <a:lnTo>
                    <a:pt x="545607" y="1186749"/>
                  </a:lnTo>
                  <a:lnTo>
                    <a:pt x="594360" y="1188720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60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784080" y="26517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lnTo>
                    <a:pt x="1970" y="545607"/>
                  </a:lnTo>
                  <a:lnTo>
                    <a:pt x="7778" y="497942"/>
                  </a:lnTo>
                  <a:lnTo>
                    <a:pt x="17271" y="451515"/>
                  </a:lnTo>
                  <a:lnTo>
                    <a:pt x="30297" y="406481"/>
                  </a:lnTo>
                  <a:lnTo>
                    <a:pt x="46702" y="362991"/>
                  </a:lnTo>
                  <a:lnTo>
                    <a:pt x="66334" y="321200"/>
                  </a:lnTo>
                  <a:lnTo>
                    <a:pt x="89039" y="281259"/>
                  </a:lnTo>
                  <a:lnTo>
                    <a:pt x="114665" y="243321"/>
                  </a:lnTo>
                  <a:lnTo>
                    <a:pt x="143060" y="207540"/>
                  </a:lnTo>
                  <a:lnTo>
                    <a:pt x="174069" y="174069"/>
                  </a:lnTo>
                  <a:lnTo>
                    <a:pt x="207540" y="143060"/>
                  </a:lnTo>
                  <a:lnTo>
                    <a:pt x="243321" y="114665"/>
                  </a:lnTo>
                  <a:lnTo>
                    <a:pt x="281259" y="89039"/>
                  </a:lnTo>
                  <a:lnTo>
                    <a:pt x="321200" y="66334"/>
                  </a:lnTo>
                  <a:lnTo>
                    <a:pt x="362991" y="46702"/>
                  </a:lnTo>
                  <a:lnTo>
                    <a:pt x="406481" y="30297"/>
                  </a:lnTo>
                  <a:lnTo>
                    <a:pt x="451515" y="17271"/>
                  </a:lnTo>
                  <a:lnTo>
                    <a:pt x="497942" y="7778"/>
                  </a:lnTo>
                  <a:lnTo>
                    <a:pt x="545607" y="1970"/>
                  </a:lnTo>
                  <a:lnTo>
                    <a:pt x="594360" y="0"/>
                  </a:lnTo>
                  <a:lnTo>
                    <a:pt x="643112" y="1970"/>
                  </a:lnTo>
                  <a:lnTo>
                    <a:pt x="690777" y="7778"/>
                  </a:lnTo>
                  <a:lnTo>
                    <a:pt x="737204" y="17271"/>
                  </a:lnTo>
                  <a:lnTo>
                    <a:pt x="782238" y="30297"/>
                  </a:lnTo>
                  <a:lnTo>
                    <a:pt x="825728" y="46702"/>
                  </a:lnTo>
                  <a:lnTo>
                    <a:pt x="867519" y="66334"/>
                  </a:lnTo>
                  <a:lnTo>
                    <a:pt x="907460" y="89039"/>
                  </a:lnTo>
                  <a:lnTo>
                    <a:pt x="945398" y="114665"/>
                  </a:lnTo>
                  <a:lnTo>
                    <a:pt x="981179" y="143060"/>
                  </a:lnTo>
                  <a:lnTo>
                    <a:pt x="1014650" y="174069"/>
                  </a:lnTo>
                  <a:lnTo>
                    <a:pt x="1045659" y="207540"/>
                  </a:lnTo>
                  <a:lnTo>
                    <a:pt x="1074054" y="243321"/>
                  </a:lnTo>
                  <a:lnTo>
                    <a:pt x="1099680" y="281259"/>
                  </a:lnTo>
                  <a:lnTo>
                    <a:pt x="1122385" y="321200"/>
                  </a:lnTo>
                  <a:lnTo>
                    <a:pt x="1142017" y="362991"/>
                  </a:lnTo>
                  <a:lnTo>
                    <a:pt x="1158422" y="406481"/>
                  </a:lnTo>
                  <a:lnTo>
                    <a:pt x="1171448" y="451515"/>
                  </a:lnTo>
                  <a:lnTo>
                    <a:pt x="1180941" y="497942"/>
                  </a:lnTo>
                  <a:lnTo>
                    <a:pt x="1186749" y="545607"/>
                  </a:lnTo>
                  <a:lnTo>
                    <a:pt x="1188720" y="594360"/>
                  </a:lnTo>
                  <a:lnTo>
                    <a:pt x="1186749" y="643112"/>
                  </a:lnTo>
                  <a:lnTo>
                    <a:pt x="1180941" y="690777"/>
                  </a:lnTo>
                  <a:lnTo>
                    <a:pt x="1171448" y="737204"/>
                  </a:lnTo>
                  <a:lnTo>
                    <a:pt x="1158422" y="782238"/>
                  </a:lnTo>
                  <a:lnTo>
                    <a:pt x="1142017" y="825728"/>
                  </a:lnTo>
                  <a:lnTo>
                    <a:pt x="1122385" y="867519"/>
                  </a:lnTo>
                  <a:lnTo>
                    <a:pt x="1099680" y="907460"/>
                  </a:lnTo>
                  <a:lnTo>
                    <a:pt x="1074054" y="945398"/>
                  </a:lnTo>
                  <a:lnTo>
                    <a:pt x="1045659" y="981179"/>
                  </a:lnTo>
                  <a:lnTo>
                    <a:pt x="1014650" y="1014650"/>
                  </a:lnTo>
                  <a:lnTo>
                    <a:pt x="981179" y="1045659"/>
                  </a:lnTo>
                  <a:lnTo>
                    <a:pt x="945398" y="1074054"/>
                  </a:lnTo>
                  <a:lnTo>
                    <a:pt x="907460" y="1099680"/>
                  </a:lnTo>
                  <a:lnTo>
                    <a:pt x="867519" y="1122385"/>
                  </a:lnTo>
                  <a:lnTo>
                    <a:pt x="825728" y="1142017"/>
                  </a:lnTo>
                  <a:lnTo>
                    <a:pt x="782238" y="1158422"/>
                  </a:lnTo>
                  <a:lnTo>
                    <a:pt x="737204" y="1171448"/>
                  </a:lnTo>
                  <a:lnTo>
                    <a:pt x="690777" y="1180941"/>
                  </a:lnTo>
                  <a:lnTo>
                    <a:pt x="643112" y="1186749"/>
                  </a:lnTo>
                  <a:lnTo>
                    <a:pt x="594360" y="1188720"/>
                  </a:lnTo>
                  <a:lnTo>
                    <a:pt x="545607" y="1186749"/>
                  </a:lnTo>
                  <a:lnTo>
                    <a:pt x="497942" y="1180941"/>
                  </a:lnTo>
                  <a:lnTo>
                    <a:pt x="451515" y="1171448"/>
                  </a:lnTo>
                  <a:lnTo>
                    <a:pt x="406481" y="1158422"/>
                  </a:lnTo>
                  <a:lnTo>
                    <a:pt x="362991" y="1142017"/>
                  </a:lnTo>
                  <a:lnTo>
                    <a:pt x="321200" y="1122385"/>
                  </a:lnTo>
                  <a:lnTo>
                    <a:pt x="281259" y="1099680"/>
                  </a:lnTo>
                  <a:lnTo>
                    <a:pt x="243321" y="1074054"/>
                  </a:lnTo>
                  <a:lnTo>
                    <a:pt x="207540" y="1045659"/>
                  </a:lnTo>
                  <a:lnTo>
                    <a:pt x="174069" y="1014650"/>
                  </a:lnTo>
                  <a:lnTo>
                    <a:pt x="143060" y="981179"/>
                  </a:lnTo>
                  <a:lnTo>
                    <a:pt x="114665" y="945398"/>
                  </a:lnTo>
                  <a:lnTo>
                    <a:pt x="89039" y="907460"/>
                  </a:lnTo>
                  <a:lnTo>
                    <a:pt x="66334" y="867519"/>
                  </a:lnTo>
                  <a:lnTo>
                    <a:pt x="46702" y="825728"/>
                  </a:lnTo>
                  <a:lnTo>
                    <a:pt x="30297" y="782238"/>
                  </a:lnTo>
                  <a:lnTo>
                    <a:pt x="17271" y="737204"/>
                  </a:lnTo>
                  <a:lnTo>
                    <a:pt x="7778" y="690777"/>
                  </a:lnTo>
                  <a:lnTo>
                    <a:pt x="1970" y="643112"/>
                  </a:lnTo>
                  <a:lnTo>
                    <a:pt x="0" y="594360"/>
                  </a:lnTo>
                  <a:close/>
                </a:path>
              </a:pathLst>
            </a:custGeom>
            <a:ln w="12699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preencoded.png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81259" y="2948939"/>
              <a:ext cx="594359" cy="5943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3973195" cy="228600"/>
            <a:chOff x="960119" y="471169"/>
            <a:chExt cx="397319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544068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0953" y="471169"/>
              <a:ext cx="906780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0593" y="471169"/>
              <a:ext cx="2212212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68933"/>
            <a:ext cx="4327525" cy="459105"/>
            <a:chOff x="685800" y="868933"/>
            <a:chExt cx="4327525" cy="45910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68933"/>
              <a:ext cx="978865" cy="4587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1958" y="868933"/>
              <a:ext cx="1630679" cy="4587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48610" y="868933"/>
              <a:ext cx="652272" cy="4587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78377" y="868933"/>
              <a:ext cx="978865" cy="4587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34663" y="868933"/>
              <a:ext cx="978408" cy="45872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5667" y="1830255"/>
            <a:ext cx="3590290" cy="4294505"/>
            <a:chOff x="615667" y="1830255"/>
            <a:chExt cx="3590290" cy="4294505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5667" y="1830255"/>
              <a:ext cx="3589839" cy="42940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5800" y="1874519"/>
              <a:ext cx="3456940" cy="4160520"/>
            </a:xfrm>
            <a:custGeom>
              <a:avLst/>
              <a:gdLst/>
              <a:ahLst/>
              <a:cxnLst/>
              <a:rect l="l" t="t" r="r" b="b"/>
              <a:pathLst>
                <a:path w="3456940" h="4160520">
                  <a:moveTo>
                    <a:pt x="3383279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4087380"/>
                  </a:lnTo>
                  <a:lnTo>
                    <a:pt x="5746" y="4115851"/>
                  </a:lnTo>
                  <a:lnTo>
                    <a:pt x="21420" y="4139099"/>
                  </a:lnTo>
                  <a:lnTo>
                    <a:pt x="44668" y="4154773"/>
                  </a:lnTo>
                  <a:lnTo>
                    <a:pt x="73139" y="4160519"/>
                  </a:lnTo>
                  <a:lnTo>
                    <a:pt x="3383279" y="4160519"/>
                  </a:lnTo>
                  <a:lnTo>
                    <a:pt x="3411747" y="4154773"/>
                  </a:lnTo>
                  <a:lnTo>
                    <a:pt x="3435000" y="4139099"/>
                  </a:lnTo>
                  <a:lnTo>
                    <a:pt x="3450681" y="4115851"/>
                  </a:lnTo>
                  <a:lnTo>
                    <a:pt x="3456432" y="4087380"/>
                  </a:lnTo>
                  <a:lnTo>
                    <a:pt x="3456432" y="73151"/>
                  </a:lnTo>
                  <a:lnTo>
                    <a:pt x="3450681" y="44684"/>
                  </a:lnTo>
                  <a:lnTo>
                    <a:pt x="3435000" y="21431"/>
                  </a:lnTo>
                  <a:lnTo>
                    <a:pt x="3411747" y="5750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5800" y="1874519"/>
              <a:ext cx="3456940" cy="4160520"/>
            </a:xfrm>
            <a:custGeom>
              <a:avLst/>
              <a:gdLst/>
              <a:ahLst/>
              <a:cxnLst/>
              <a:rect l="l" t="t" r="r" b="b"/>
              <a:pathLst>
                <a:path w="3456940" h="4160520">
                  <a:moveTo>
                    <a:pt x="0" y="73151"/>
                  </a:moveTo>
                  <a:lnTo>
                    <a:pt x="5746" y="44684"/>
                  </a:lnTo>
                  <a:lnTo>
                    <a:pt x="21420" y="21431"/>
                  </a:lnTo>
                  <a:lnTo>
                    <a:pt x="44668" y="5750"/>
                  </a:lnTo>
                  <a:lnTo>
                    <a:pt x="73139" y="0"/>
                  </a:lnTo>
                  <a:lnTo>
                    <a:pt x="3383279" y="0"/>
                  </a:lnTo>
                  <a:lnTo>
                    <a:pt x="3411747" y="5750"/>
                  </a:lnTo>
                  <a:lnTo>
                    <a:pt x="3435000" y="21431"/>
                  </a:lnTo>
                  <a:lnTo>
                    <a:pt x="3450681" y="44684"/>
                  </a:lnTo>
                  <a:lnTo>
                    <a:pt x="3456432" y="73151"/>
                  </a:lnTo>
                  <a:lnTo>
                    <a:pt x="3456432" y="4087380"/>
                  </a:lnTo>
                  <a:lnTo>
                    <a:pt x="3450681" y="4115851"/>
                  </a:lnTo>
                  <a:lnTo>
                    <a:pt x="3435000" y="4139099"/>
                  </a:lnTo>
                  <a:lnTo>
                    <a:pt x="3411747" y="4154773"/>
                  </a:lnTo>
                  <a:lnTo>
                    <a:pt x="3383279" y="4160519"/>
                  </a:lnTo>
                  <a:lnTo>
                    <a:pt x="73139" y="4160519"/>
                  </a:lnTo>
                  <a:lnTo>
                    <a:pt x="44668" y="4154773"/>
                  </a:lnTo>
                  <a:lnTo>
                    <a:pt x="21420" y="4139099"/>
                  </a:lnTo>
                  <a:lnTo>
                    <a:pt x="5746" y="4115851"/>
                  </a:lnTo>
                  <a:lnTo>
                    <a:pt x="0" y="408738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5800" y="1874519"/>
              <a:ext cx="3456940" cy="841375"/>
            </a:xfrm>
            <a:custGeom>
              <a:avLst/>
              <a:gdLst/>
              <a:ahLst/>
              <a:cxnLst/>
              <a:rect l="l" t="t" r="r" b="b"/>
              <a:pathLst>
                <a:path w="3456940" h="841375">
                  <a:moveTo>
                    <a:pt x="3456432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3456432" y="841248"/>
                  </a:lnTo>
                  <a:lnTo>
                    <a:pt x="3456432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1831" y="206654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1831" y="206654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preencoded.png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5276" y="2189987"/>
              <a:ext cx="210312" cy="2103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09013" y="2125090"/>
              <a:ext cx="1897126" cy="3169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0120" y="2929712"/>
              <a:ext cx="512521" cy="24871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60120" y="3196716"/>
              <a:ext cx="219456" cy="2484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9848" y="3196716"/>
              <a:ext cx="512521" cy="24841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64818" y="3196716"/>
              <a:ext cx="630936" cy="2484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90597" y="3196716"/>
              <a:ext cx="1024127" cy="2484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00425" y="3196716"/>
              <a:ext cx="512063" cy="2484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96665" y="3196716"/>
              <a:ext cx="512063" cy="248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60120" y="3452748"/>
              <a:ext cx="683158" cy="2484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527302" y="3452748"/>
              <a:ext cx="512064" cy="2484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60120" y="3883151"/>
              <a:ext cx="512521" cy="24841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60120" y="4149851"/>
              <a:ext cx="512521" cy="24841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55090" y="4149851"/>
              <a:ext cx="1024128" cy="24841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64918" y="4149851"/>
              <a:ext cx="1024128" cy="2484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174746" y="4149851"/>
              <a:ext cx="682752" cy="24841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60120" y="4405883"/>
              <a:ext cx="341375" cy="2484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84452" y="4405883"/>
              <a:ext cx="853440" cy="24841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922018" y="4405883"/>
              <a:ext cx="512063" cy="24841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318258" y="4405883"/>
              <a:ext cx="512063" cy="24841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0120" y="4914645"/>
              <a:ext cx="512521" cy="2484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60120" y="5181345"/>
              <a:ext cx="512521" cy="24841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355090" y="5181345"/>
              <a:ext cx="437083" cy="24841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19325" y="5181345"/>
              <a:ext cx="682751" cy="24841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286253" y="5181345"/>
              <a:ext cx="682751" cy="24841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853181" y="5181345"/>
              <a:ext cx="512064" cy="24841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247897" y="5181345"/>
              <a:ext cx="683158" cy="24841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0120" y="5437327"/>
              <a:ext cx="512521" cy="24841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55090" y="5437327"/>
              <a:ext cx="124968" cy="24841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417573" y="5437327"/>
              <a:ext cx="512063" cy="24841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12289" y="5437327"/>
              <a:ext cx="682751" cy="24841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379218" y="5437327"/>
              <a:ext cx="512063" cy="24841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775458" y="5437327"/>
              <a:ext cx="682752" cy="24841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342386" y="5437327"/>
              <a:ext cx="512063" cy="24841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684143" y="5437327"/>
              <a:ext cx="124967" cy="248412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4346419" y="1830255"/>
            <a:ext cx="3590290" cy="4294505"/>
            <a:chOff x="4346419" y="1830255"/>
            <a:chExt cx="3590290" cy="4294505"/>
          </a:xfrm>
        </p:grpSpPr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46419" y="1830255"/>
              <a:ext cx="3589839" cy="429403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416551" y="1874519"/>
              <a:ext cx="3456940" cy="4160520"/>
            </a:xfrm>
            <a:custGeom>
              <a:avLst/>
              <a:gdLst/>
              <a:ahLst/>
              <a:cxnLst/>
              <a:rect l="l" t="t" r="r" b="b"/>
              <a:pathLst>
                <a:path w="3456940" h="4160520">
                  <a:moveTo>
                    <a:pt x="338327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087380"/>
                  </a:lnTo>
                  <a:lnTo>
                    <a:pt x="5750" y="4115851"/>
                  </a:lnTo>
                  <a:lnTo>
                    <a:pt x="21431" y="4139099"/>
                  </a:lnTo>
                  <a:lnTo>
                    <a:pt x="44684" y="4154773"/>
                  </a:lnTo>
                  <a:lnTo>
                    <a:pt x="73151" y="4160519"/>
                  </a:lnTo>
                  <a:lnTo>
                    <a:pt x="3383279" y="4160519"/>
                  </a:lnTo>
                  <a:lnTo>
                    <a:pt x="3411747" y="4154773"/>
                  </a:lnTo>
                  <a:lnTo>
                    <a:pt x="3435000" y="4139099"/>
                  </a:lnTo>
                  <a:lnTo>
                    <a:pt x="3450681" y="4115851"/>
                  </a:lnTo>
                  <a:lnTo>
                    <a:pt x="3456431" y="4087380"/>
                  </a:lnTo>
                  <a:lnTo>
                    <a:pt x="3456431" y="73151"/>
                  </a:lnTo>
                  <a:lnTo>
                    <a:pt x="3450681" y="44684"/>
                  </a:lnTo>
                  <a:lnTo>
                    <a:pt x="3435000" y="21431"/>
                  </a:lnTo>
                  <a:lnTo>
                    <a:pt x="3411747" y="5750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16551" y="1874519"/>
              <a:ext cx="3456940" cy="4160520"/>
            </a:xfrm>
            <a:custGeom>
              <a:avLst/>
              <a:gdLst/>
              <a:ahLst/>
              <a:cxnLst/>
              <a:rect l="l" t="t" r="r" b="b"/>
              <a:pathLst>
                <a:path w="3456940" h="416052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383279" y="0"/>
                  </a:lnTo>
                  <a:lnTo>
                    <a:pt x="3411747" y="5750"/>
                  </a:lnTo>
                  <a:lnTo>
                    <a:pt x="3435000" y="21431"/>
                  </a:lnTo>
                  <a:lnTo>
                    <a:pt x="3450681" y="44684"/>
                  </a:lnTo>
                  <a:lnTo>
                    <a:pt x="3456431" y="73151"/>
                  </a:lnTo>
                  <a:lnTo>
                    <a:pt x="3456431" y="4087380"/>
                  </a:lnTo>
                  <a:lnTo>
                    <a:pt x="3450681" y="4115851"/>
                  </a:lnTo>
                  <a:lnTo>
                    <a:pt x="3435000" y="4139099"/>
                  </a:lnTo>
                  <a:lnTo>
                    <a:pt x="3411747" y="4154773"/>
                  </a:lnTo>
                  <a:lnTo>
                    <a:pt x="3383279" y="4160519"/>
                  </a:lnTo>
                  <a:lnTo>
                    <a:pt x="73151" y="4160519"/>
                  </a:lnTo>
                  <a:lnTo>
                    <a:pt x="44684" y="4154773"/>
                  </a:lnTo>
                  <a:lnTo>
                    <a:pt x="21431" y="4139099"/>
                  </a:lnTo>
                  <a:lnTo>
                    <a:pt x="5750" y="4115851"/>
                  </a:lnTo>
                  <a:lnTo>
                    <a:pt x="0" y="4087380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416551" y="1874519"/>
              <a:ext cx="3456940" cy="841375"/>
            </a:xfrm>
            <a:custGeom>
              <a:avLst/>
              <a:gdLst/>
              <a:ahLst/>
              <a:cxnLst/>
              <a:rect l="l" t="t" r="r" b="b"/>
              <a:pathLst>
                <a:path w="3456940" h="841375">
                  <a:moveTo>
                    <a:pt x="3456432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3456432" y="841248"/>
                  </a:lnTo>
                  <a:lnTo>
                    <a:pt x="3456432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672583" y="206654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672583" y="206654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 descr="preencoded.png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796027" y="2189987"/>
              <a:ext cx="210312" cy="21031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240146" y="2125090"/>
              <a:ext cx="658368" cy="31699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746114" y="2125090"/>
              <a:ext cx="438912" cy="31699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034150" y="2125090"/>
              <a:ext cx="658825" cy="31699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540372" y="2125090"/>
              <a:ext cx="1249679" cy="316991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691506" y="2929712"/>
              <a:ext cx="512063" cy="24871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691506" y="3196716"/>
              <a:ext cx="512063" cy="24841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086222" y="3196716"/>
              <a:ext cx="512063" cy="24841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482462" y="3196716"/>
              <a:ext cx="853439" cy="24841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220332" y="3196716"/>
              <a:ext cx="682752" cy="24841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787260" y="3196716"/>
              <a:ext cx="512064" cy="24841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81976" y="3196716"/>
              <a:ext cx="512064" cy="24841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691506" y="3452748"/>
              <a:ext cx="512063" cy="24841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086222" y="3452748"/>
              <a:ext cx="512063" cy="24841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691506" y="3822191"/>
              <a:ext cx="512063" cy="24841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691506" y="4088891"/>
              <a:ext cx="512063" cy="24841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086222" y="4088891"/>
              <a:ext cx="512063" cy="24841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482462" y="4088891"/>
              <a:ext cx="682751" cy="24841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049390" y="4088891"/>
              <a:ext cx="683158" cy="24841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616572" y="4088891"/>
              <a:ext cx="682751" cy="24841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691506" y="4344923"/>
              <a:ext cx="682751" cy="24841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258434" y="4344923"/>
              <a:ext cx="853439" cy="248412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996050" y="4344923"/>
              <a:ext cx="853821" cy="24841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735444" y="4344923"/>
              <a:ext cx="512064" cy="248412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8077171" y="1830255"/>
            <a:ext cx="3590290" cy="4294505"/>
            <a:chOff x="8077171" y="1830255"/>
            <a:chExt cx="3590290" cy="4294505"/>
          </a:xfrm>
        </p:grpSpPr>
        <p:pic>
          <p:nvPicPr>
            <p:cNvPr id="87" name="object 8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077171" y="1830255"/>
              <a:ext cx="3589839" cy="429403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8147303" y="1874519"/>
              <a:ext cx="3456940" cy="4160520"/>
            </a:xfrm>
            <a:custGeom>
              <a:avLst/>
              <a:gdLst/>
              <a:ahLst/>
              <a:cxnLst/>
              <a:rect l="l" t="t" r="r" b="b"/>
              <a:pathLst>
                <a:path w="3456940" h="4160520">
                  <a:moveTo>
                    <a:pt x="3383279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4087380"/>
                  </a:lnTo>
                  <a:lnTo>
                    <a:pt x="5750" y="4115851"/>
                  </a:lnTo>
                  <a:lnTo>
                    <a:pt x="21431" y="4139099"/>
                  </a:lnTo>
                  <a:lnTo>
                    <a:pt x="44684" y="4154773"/>
                  </a:lnTo>
                  <a:lnTo>
                    <a:pt x="73151" y="4160519"/>
                  </a:lnTo>
                  <a:lnTo>
                    <a:pt x="3383279" y="4160519"/>
                  </a:lnTo>
                  <a:lnTo>
                    <a:pt x="3411747" y="4154773"/>
                  </a:lnTo>
                  <a:lnTo>
                    <a:pt x="3435000" y="4139099"/>
                  </a:lnTo>
                  <a:lnTo>
                    <a:pt x="3450681" y="4115851"/>
                  </a:lnTo>
                  <a:lnTo>
                    <a:pt x="3456431" y="4087380"/>
                  </a:lnTo>
                  <a:lnTo>
                    <a:pt x="3456431" y="73151"/>
                  </a:lnTo>
                  <a:lnTo>
                    <a:pt x="3450681" y="44684"/>
                  </a:lnTo>
                  <a:lnTo>
                    <a:pt x="3435000" y="21431"/>
                  </a:lnTo>
                  <a:lnTo>
                    <a:pt x="3411747" y="5750"/>
                  </a:lnTo>
                  <a:lnTo>
                    <a:pt x="3383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147303" y="1874519"/>
              <a:ext cx="3456940" cy="4160520"/>
            </a:xfrm>
            <a:custGeom>
              <a:avLst/>
              <a:gdLst/>
              <a:ahLst/>
              <a:cxnLst/>
              <a:rect l="l" t="t" r="r" b="b"/>
              <a:pathLst>
                <a:path w="3456940" h="416052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383279" y="0"/>
                  </a:lnTo>
                  <a:lnTo>
                    <a:pt x="3411747" y="5750"/>
                  </a:lnTo>
                  <a:lnTo>
                    <a:pt x="3435000" y="21431"/>
                  </a:lnTo>
                  <a:lnTo>
                    <a:pt x="3450681" y="44684"/>
                  </a:lnTo>
                  <a:lnTo>
                    <a:pt x="3456431" y="73151"/>
                  </a:lnTo>
                  <a:lnTo>
                    <a:pt x="3456431" y="4087380"/>
                  </a:lnTo>
                  <a:lnTo>
                    <a:pt x="3450681" y="4115851"/>
                  </a:lnTo>
                  <a:lnTo>
                    <a:pt x="3435000" y="4139099"/>
                  </a:lnTo>
                  <a:lnTo>
                    <a:pt x="3411747" y="4154773"/>
                  </a:lnTo>
                  <a:lnTo>
                    <a:pt x="3383279" y="4160519"/>
                  </a:lnTo>
                  <a:lnTo>
                    <a:pt x="73151" y="4160519"/>
                  </a:lnTo>
                  <a:lnTo>
                    <a:pt x="44684" y="4154773"/>
                  </a:lnTo>
                  <a:lnTo>
                    <a:pt x="21431" y="4139099"/>
                  </a:lnTo>
                  <a:lnTo>
                    <a:pt x="5750" y="4115851"/>
                  </a:lnTo>
                  <a:lnTo>
                    <a:pt x="0" y="4087380"/>
                  </a:lnTo>
                  <a:lnTo>
                    <a:pt x="0" y="73151"/>
                  </a:lnTo>
                  <a:close/>
                </a:path>
              </a:pathLst>
            </a:custGeom>
            <a:ln w="12699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8147303" y="1874519"/>
              <a:ext cx="3456940" cy="841375"/>
            </a:xfrm>
            <a:custGeom>
              <a:avLst/>
              <a:gdLst/>
              <a:ahLst/>
              <a:cxnLst/>
              <a:rect l="l" t="t" r="r" b="b"/>
              <a:pathLst>
                <a:path w="3456940" h="841375">
                  <a:moveTo>
                    <a:pt x="3456432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3456432" y="841248"/>
                  </a:lnTo>
                  <a:lnTo>
                    <a:pt x="3456432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8403335" y="206654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8403335" y="206654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 descr="preencoded.png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526779" y="2189987"/>
              <a:ext cx="210311" cy="210312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971533" y="2125090"/>
              <a:ext cx="866851" cy="316991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693909" y="2125090"/>
              <a:ext cx="438911" cy="316991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980422" y="2125090"/>
              <a:ext cx="705916" cy="316991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0568685" y="2125090"/>
              <a:ext cx="878230" cy="316991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422512" y="2929712"/>
              <a:ext cx="512521" cy="248716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422512" y="3196716"/>
              <a:ext cx="816444" cy="248412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148317" y="3196716"/>
              <a:ext cx="512064" cy="248412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9543033" y="3196716"/>
              <a:ext cx="512064" cy="248412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9939273" y="3196716"/>
              <a:ext cx="1360804" cy="248412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8422512" y="3452748"/>
              <a:ext cx="2064638" cy="248412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388854" y="3452748"/>
              <a:ext cx="682751" cy="24841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8422512" y="4073016"/>
              <a:ext cx="512521" cy="248412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8817609" y="4073016"/>
              <a:ext cx="512064" cy="248412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8422512" y="4339412"/>
              <a:ext cx="2057780" cy="248716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8422512" y="4596129"/>
              <a:ext cx="2317242" cy="248412"/>
            </a:xfrm>
            <a:prstGeom prst="rect">
              <a:avLst/>
            </a:prstGeom>
          </p:spPr>
        </p:pic>
      </p:grpSp>
      <p:grpSp>
        <p:nvGrpSpPr>
          <p:cNvPr id="109" name="object 109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110" name="object 11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116" name="object 116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117" name="object 117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2240915" cy="228600"/>
            <a:chOff x="960119" y="471169"/>
            <a:chExt cx="2240915" cy="228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3565" y="471169"/>
              <a:ext cx="725423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3833" y="471169"/>
              <a:ext cx="544068" cy="228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37713" y="471169"/>
              <a:ext cx="662939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85800" y="849122"/>
            <a:ext cx="2218055" cy="494030"/>
            <a:chOff x="685800" y="849122"/>
            <a:chExt cx="2218055" cy="49403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800" y="849122"/>
              <a:ext cx="1402461" cy="4937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1913" y="849122"/>
              <a:ext cx="1051560" cy="49377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15667" y="1875972"/>
            <a:ext cx="3590290" cy="4157345"/>
            <a:chOff x="615667" y="1875972"/>
            <a:chExt cx="3590290" cy="415734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5667" y="1875972"/>
              <a:ext cx="3589839" cy="415687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85800" y="192023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3364991" y="0"/>
                  </a:moveTo>
                  <a:lnTo>
                    <a:pt x="91452" y="0"/>
                  </a:lnTo>
                  <a:lnTo>
                    <a:pt x="55855" y="7179"/>
                  </a:lnTo>
                  <a:lnTo>
                    <a:pt x="26785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3931907"/>
                  </a:lnTo>
                  <a:lnTo>
                    <a:pt x="7186" y="3967504"/>
                  </a:lnTo>
                  <a:lnTo>
                    <a:pt x="26785" y="3996574"/>
                  </a:lnTo>
                  <a:lnTo>
                    <a:pt x="55855" y="4016173"/>
                  </a:lnTo>
                  <a:lnTo>
                    <a:pt x="91452" y="4023360"/>
                  </a:lnTo>
                  <a:lnTo>
                    <a:pt x="3364991" y="4023360"/>
                  </a:lnTo>
                  <a:lnTo>
                    <a:pt x="3400603" y="4016173"/>
                  </a:lnTo>
                  <a:lnTo>
                    <a:pt x="3429666" y="3996574"/>
                  </a:lnTo>
                  <a:lnTo>
                    <a:pt x="3449252" y="3967504"/>
                  </a:lnTo>
                  <a:lnTo>
                    <a:pt x="3456432" y="3931907"/>
                  </a:lnTo>
                  <a:lnTo>
                    <a:pt x="3456432" y="91439"/>
                  </a:lnTo>
                  <a:lnTo>
                    <a:pt x="3449252" y="55828"/>
                  </a:lnTo>
                  <a:lnTo>
                    <a:pt x="3429666" y="26765"/>
                  </a:lnTo>
                  <a:lnTo>
                    <a:pt x="3400603" y="7179"/>
                  </a:lnTo>
                  <a:lnTo>
                    <a:pt x="3364991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800" y="192023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0" y="91439"/>
                  </a:moveTo>
                  <a:lnTo>
                    <a:pt x="7186" y="55828"/>
                  </a:lnTo>
                  <a:lnTo>
                    <a:pt x="26785" y="26765"/>
                  </a:lnTo>
                  <a:lnTo>
                    <a:pt x="55855" y="7179"/>
                  </a:lnTo>
                  <a:lnTo>
                    <a:pt x="91452" y="0"/>
                  </a:lnTo>
                  <a:lnTo>
                    <a:pt x="3364991" y="0"/>
                  </a:lnTo>
                  <a:lnTo>
                    <a:pt x="3400603" y="7179"/>
                  </a:lnTo>
                  <a:lnTo>
                    <a:pt x="3429666" y="26765"/>
                  </a:lnTo>
                  <a:lnTo>
                    <a:pt x="3449252" y="55828"/>
                  </a:lnTo>
                  <a:lnTo>
                    <a:pt x="3456432" y="91439"/>
                  </a:lnTo>
                  <a:lnTo>
                    <a:pt x="3456432" y="3931907"/>
                  </a:lnTo>
                  <a:lnTo>
                    <a:pt x="3449252" y="3967504"/>
                  </a:lnTo>
                  <a:lnTo>
                    <a:pt x="3429666" y="3996574"/>
                  </a:lnTo>
                  <a:lnTo>
                    <a:pt x="3400603" y="4016173"/>
                  </a:lnTo>
                  <a:lnTo>
                    <a:pt x="3364991" y="4023360"/>
                  </a:lnTo>
                  <a:lnTo>
                    <a:pt x="91452" y="4023360"/>
                  </a:lnTo>
                  <a:lnTo>
                    <a:pt x="55855" y="4016173"/>
                  </a:lnTo>
                  <a:lnTo>
                    <a:pt x="26785" y="3996574"/>
                  </a:lnTo>
                  <a:lnTo>
                    <a:pt x="7186" y="3967504"/>
                  </a:lnTo>
                  <a:lnTo>
                    <a:pt x="0" y="3931907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19655" y="2266162"/>
              <a:ext cx="1181887" cy="118188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911096" y="2331719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39" h="1005839">
                  <a:moveTo>
                    <a:pt x="502920" y="0"/>
                  </a:moveTo>
                  <a:lnTo>
                    <a:pt x="454486" y="2302"/>
                  </a:lnTo>
                  <a:lnTo>
                    <a:pt x="407355" y="9068"/>
                  </a:lnTo>
                  <a:lnTo>
                    <a:pt x="361737" y="20088"/>
                  </a:lnTo>
                  <a:lnTo>
                    <a:pt x="317842" y="35150"/>
                  </a:lnTo>
                  <a:lnTo>
                    <a:pt x="275883" y="54044"/>
                  </a:lnTo>
                  <a:lnTo>
                    <a:pt x="236069" y="76558"/>
                  </a:lnTo>
                  <a:lnTo>
                    <a:pt x="198611" y="102483"/>
                  </a:lnTo>
                  <a:lnTo>
                    <a:pt x="163720" y="131608"/>
                  </a:lnTo>
                  <a:lnTo>
                    <a:pt x="131608" y="163720"/>
                  </a:lnTo>
                  <a:lnTo>
                    <a:pt x="102483" y="198611"/>
                  </a:lnTo>
                  <a:lnTo>
                    <a:pt x="76558" y="236069"/>
                  </a:lnTo>
                  <a:lnTo>
                    <a:pt x="54044" y="275883"/>
                  </a:lnTo>
                  <a:lnTo>
                    <a:pt x="35150" y="317842"/>
                  </a:lnTo>
                  <a:lnTo>
                    <a:pt x="20088" y="361737"/>
                  </a:lnTo>
                  <a:lnTo>
                    <a:pt x="9068" y="407355"/>
                  </a:lnTo>
                  <a:lnTo>
                    <a:pt x="2302" y="454486"/>
                  </a:lnTo>
                  <a:lnTo>
                    <a:pt x="0" y="502919"/>
                  </a:lnTo>
                  <a:lnTo>
                    <a:pt x="2302" y="551353"/>
                  </a:lnTo>
                  <a:lnTo>
                    <a:pt x="9068" y="598484"/>
                  </a:lnTo>
                  <a:lnTo>
                    <a:pt x="20088" y="644102"/>
                  </a:lnTo>
                  <a:lnTo>
                    <a:pt x="35150" y="687997"/>
                  </a:lnTo>
                  <a:lnTo>
                    <a:pt x="54044" y="729956"/>
                  </a:lnTo>
                  <a:lnTo>
                    <a:pt x="76558" y="769770"/>
                  </a:lnTo>
                  <a:lnTo>
                    <a:pt x="102483" y="807228"/>
                  </a:lnTo>
                  <a:lnTo>
                    <a:pt x="131608" y="842119"/>
                  </a:lnTo>
                  <a:lnTo>
                    <a:pt x="163720" y="874231"/>
                  </a:lnTo>
                  <a:lnTo>
                    <a:pt x="198611" y="903356"/>
                  </a:lnTo>
                  <a:lnTo>
                    <a:pt x="236069" y="929281"/>
                  </a:lnTo>
                  <a:lnTo>
                    <a:pt x="275883" y="951795"/>
                  </a:lnTo>
                  <a:lnTo>
                    <a:pt x="317842" y="970689"/>
                  </a:lnTo>
                  <a:lnTo>
                    <a:pt x="361737" y="985751"/>
                  </a:lnTo>
                  <a:lnTo>
                    <a:pt x="407355" y="996771"/>
                  </a:lnTo>
                  <a:lnTo>
                    <a:pt x="454486" y="1003537"/>
                  </a:lnTo>
                  <a:lnTo>
                    <a:pt x="502920" y="1005839"/>
                  </a:lnTo>
                  <a:lnTo>
                    <a:pt x="551353" y="1003537"/>
                  </a:lnTo>
                  <a:lnTo>
                    <a:pt x="598484" y="996771"/>
                  </a:lnTo>
                  <a:lnTo>
                    <a:pt x="644102" y="985751"/>
                  </a:lnTo>
                  <a:lnTo>
                    <a:pt x="687997" y="970689"/>
                  </a:lnTo>
                  <a:lnTo>
                    <a:pt x="729956" y="951795"/>
                  </a:lnTo>
                  <a:lnTo>
                    <a:pt x="769770" y="929281"/>
                  </a:lnTo>
                  <a:lnTo>
                    <a:pt x="807228" y="903356"/>
                  </a:lnTo>
                  <a:lnTo>
                    <a:pt x="842119" y="874231"/>
                  </a:lnTo>
                  <a:lnTo>
                    <a:pt x="874231" y="842119"/>
                  </a:lnTo>
                  <a:lnTo>
                    <a:pt x="903356" y="807228"/>
                  </a:lnTo>
                  <a:lnTo>
                    <a:pt x="929281" y="769770"/>
                  </a:lnTo>
                  <a:lnTo>
                    <a:pt x="951795" y="729956"/>
                  </a:lnTo>
                  <a:lnTo>
                    <a:pt x="970689" y="687997"/>
                  </a:lnTo>
                  <a:lnTo>
                    <a:pt x="985751" y="644102"/>
                  </a:lnTo>
                  <a:lnTo>
                    <a:pt x="996771" y="598484"/>
                  </a:lnTo>
                  <a:lnTo>
                    <a:pt x="1003537" y="551353"/>
                  </a:lnTo>
                  <a:lnTo>
                    <a:pt x="1005840" y="502919"/>
                  </a:lnTo>
                  <a:lnTo>
                    <a:pt x="1003537" y="454486"/>
                  </a:lnTo>
                  <a:lnTo>
                    <a:pt x="996771" y="407355"/>
                  </a:lnTo>
                  <a:lnTo>
                    <a:pt x="985751" y="361737"/>
                  </a:lnTo>
                  <a:lnTo>
                    <a:pt x="970689" y="317842"/>
                  </a:lnTo>
                  <a:lnTo>
                    <a:pt x="951795" y="275883"/>
                  </a:lnTo>
                  <a:lnTo>
                    <a:pt x="929281" y="236069"/>
                  </a:lnTo>
                  <a:lnTo>
                    <a:pt x="903356" y="198611"/>
                  </a:lnTo>
                  <a:lnTo>
                    <a:pt x="874231" y="163720"/>
                  </a:lnTo>
                  <a:lnTo>
                    <a:pt x="842119" y="131608"/>
                  </a:lnTo>
                  <a:lnTo>
                    <a:pt x="807228" y="102483"/>
                  </a:lnTo>
                  <a:lnTo>
                    <a:pt x="769770" y="76558"/>
                  </a:lnTo>
                  <a:lnTo>
                    <a:pt x="729956" y="54044"/>
                  </a:lnTo>
                  <a:lnTo>
                    <a:pt x="687997" y="35150"/>
                  </a:lnTo>
                  <a:lnTo>
                    <a:pt x="644102" y="20088"/>
                  </a:lnTo>
                  <a:lnTo>
                    <a:pt x="598484" y="9068"/>
                  </a:lnTo>
                  <a:lnTo>
                    <a:pt x="551353" y="2302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preencoded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82622" y="2603347"/>
              <a:ext cx="462686" cy="4626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18411" y="3481704"/>
              <a:ext cx="1054608" cy="3703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19350" y="3951097"/>
              <a:ext cx="489204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98827" y="3951097"/>
              <a:ext cx="182880" cy="228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20747" y="3951097"/>
              <a:ext cx="652272" cy="2286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940941" y="4352544"/>
              <a:ext cx="884555" cy="0"/>
            </a:xfrm>
            <a:custGeom>
              <a:avLst/>
              <a:gdLst/>
              <a:ahLst/>
              <a:cxnLst/>
              <a:rect l="l" t="t" r="r" b="b"/>
              <a:pathLst>
                <a:path w="884555">
                  <a:moveTo>
                    <a:pt x="0" y="0"/>
                  </a:moveTo>
                  <a:lnTo>
                    <a:pt x="884554" y="0"/>
                  </a:lnTo>
                </a:path>
              </a:pathLst>
            </a:custGeom>
            <a:ln w="1905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1819" y="4719573"/>
              <a:ext cx="341375" cy="2484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64031" y="4719573"/>
              <a:ext cx="512063" cy="2484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58797" y="4719573"/>
              <a:ext cx="1024128" cy="24841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68625" y="4719573"/>
              <a:ext cx="512063" cy="2484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1819" y="5041137"/>
              <a:ext cx="341375" cy="2484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64031" y="5041137"/>
              <a:ext cx="512063" cy="2484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58797" y="5041137"/>
              <a:ext cx="512064" cy="248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55038" y="5041137"/>
              <a:ext cx="853439" cy="2484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92653" y="5041137"/>
              <a:ext cx="512521" cy="24841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1819" y="5362346"/>
              <a:ext cx="341375" cy="24871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64031" y="5362346"/>
              <a:ext cx="512063" cy="24871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58797" y="5362346"/>
              <a:ext cx="682752" cy="2487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25725" y="5362346"/>
              <a:ext cx="512063" cy="248716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4346419" y="1875972"/>
            <a:ext cx="3590290" cy="4157345"/>
            <a:chOff x="4346419" y="1875972"/>
            <a:chExt cx="3590290" cy="4157345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46419" y="1875972"/>
              <a:ext cx="3589839" cy="4156878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416551" y="192023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3364992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3931907"/>
                  </a:lnTo>
                  <a:lnTo>
                    <a:pt x="7179" y="3967504"/>
                  </a:lnTo>
                  <a:lnTo>
                    <a:pt x="26765" y="3996574"/>
                  </a:lnTo>
                  <a:lnTo>
                    <a:pt x="55828" y="4016173"/>
                  </a:lnTo>
                  <a:lnTo>
                    <a:pt x="91439" y="4023360"/>
                  </a:lnTo>
                  <a:lnTo>
                    <a:pt x="3364992" y="4023360"/>
                  </a:lnTo>
                  <a:lnTo>
                    <a:pt x="3400603" y="4016173"/>
                  </a:lnTo>
                  <a:lnTo>
                    <a:pt x="3429666" y="3996574"/>
                  </a:lnTo>
                  <a:lnTo>
                    <a:pt x="3449252" y="3967504"/>
                  </a:lnTo>
                  <a:lnTo>
                    <a:pt x="3456431" y="3931907"/>
                  </a:lnTo>
                  <a:lnTo>
                    <a:pt x="3456431" y="91439"/>
                  </a:lnTo>
                  <a:lnTo>
                    <a:pt x="3449252" y="55828"/>
                  </a:lnTo>
                  <a:lnTo>
                    <a:pt x="3429666" y="26765"/>
                  </a:lnTo>
                  <a:lnTo>
                    <a:pt x="3400603" y="7179"/>
                  </a:lnTo>
                  <a:lnTo>
                    <a:pt x="3364992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16551" y="192023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3364992" y="0"/>
                  </a:lnTo>
                  <a:lnTo>
                    <a:pt x="3400603" y="7179"/>
                  </a:lnTo>
                  <a:lnTo>
                    <a:pt x="3429666" y="26765"/>
                  </a:lnTo>
                  <a:lnTo>
                    <a:pt x="3449252" y="55828"/>
                  </a:lnTo>
                  <a:lnTo>
                    <a:pt x="3456431" y="91439"/>
                  </a:lnTo>
                  <a:lnTo>
                    <a:pt x="3456431" y="3931907"/>
                  </a:lnTo>
                  <a:lnTo>
                    <a:pt x="3449252" y="3967504"/>
                  </a:lnTo>
                  <a:lnTo>
                    <a:pt x="3429666" y="3996574"/>
                  </a:lnTo>
                  <a:lnTo>
                    <a:pt x="3400603" y="4016173"/>
                  </a:lnTo>
                  <a:lnTo>
                    <a:pt x="3364992" y="4023360"/>
                  </a:lnTo>
                  <a:lnTo>
                    <a:pt x="91439" y="4023360"/>
                  </a:lnTo>
                  <a:lnTo>
                    <a:pt x="55828" y="4016173"/>
                  </a:lnTo>
                  <a:lnTo>
                    <a:pt x="26765" y="3996574"/>
                  </a:lnTo>
                  <a:lnTo>
                    <a:pt x="7179" y="3967504"/>
                  </a:lnTo>
                  <a:lnTo>
                    <a:pt x="0" y="3931907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50407" y="2266162"/>
              <a:ext cx="1181887" cy="118188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641847" y="2331719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19" y="0"/>
                  </a:moveTo>
                  <a:lnTo>
                    <a:pt x="454486" y="2302"/>
                  </a:lnTo>
                  <a:lnTo>
                    <a:pt x="407355" y="9068"/>
                  </a:lnTo>
                  <a:lnTo>
                    <a:pt x="361737" y="20088"/>
                  </a:lnTo>
                  <a:lnTo>
                    <a:pt x="317842" y="35150"/>
                  </a:lnTo>
                  <a:lnTo>
                    <a:pt x="275883" y="54044"/>
                  </a:lnTo>
                  <a:lnTo>
                    <a:pt x="236069" y="76558"/>
                  </a:lnTo>
                  <a:lnTo>
                    <a:pt x="198611" y="102483"/>
                  </a:lnTo>
                  <a:lnTo>
                    <a:pt x="163720" y="131608"/>
                  </a:lnTo>
                  <a:lnTo>
                    <a:pt x="131608" y="163720"/>
                  </a:lnTo>
                  <a:lnTo>
                    <a:pt x="102483" y="198611"/>
                  </a:lnTo>
                  <a:lnTo>
                    <a:pt x="76558" y="236069"/>
                  </a:lnTo>
                  <a:lnTo>
                    <a:pt x="54044" y="275883"/>
                  </a:lnTo>
                  <a:lnTo>
                    <a:pt x="35150" y="317842"/>
                  </a:lnTo>
                  <a:lnTo>
                    <a:pt x="20088" y="361737"/>
                  </a:lnTo>
                  <a:lnTo>
                    <a:pt x="9068" y="407355"/>
                  </a:lnTo>
                  <a:lnTo>
                    <a:pt x="2302" y="454486"/>
                  </a:lnTo>
                  <a:lnTo>
                    <a:pt x="0" y="502919"/>
                  </a:lnTo>
                  <a:lnTo>
                    <a:pt x="2302" y="551353"/>
                  </a:lnTo>
                  <a:lnTo>
                    <a:pt x="9068" y="598484"/>
                  </a:lnTo>
                  <a:lnTo>
                    <a:pt x="20088" y="644102"/>
                  </a:lnTo>
                  <a:lnTo>
                    <a:pt x="35150" y="687997"/>
                  </a:lnTo>
                  <a:lnTo>
                    <a:pt x="54044" y="729956"/>
                  </a:lnTo>
                  <a:lnTo>
                    <a:pt x="76558" y="769770"/>
                  </a:lnTo>
                  <a:lnTo>
                    <a:pt x="102483" y="807228"/>
                  </a:lnTo>
                  <a:lnTo>
                    <a:pt x="131608" y="842119"/>
                  </a:lnTo>
                  <a:lnTo>
                    <a:pt x="163720" y="874231"/>
                  </a:lnTo>
                  <a:lnTo>
                    <a:pt x="198611" y="903356"/>
                  </a:lnTo>
                  <a:lnTo>
                    <a:pt x="236069" y="929281"/>
                  </a:lnTo>
                  <a:lnTo>
                    <a:pt x="275883" y="951795"/>
                  </a:lnTo>
                  <a:lnTo>
                    <a:pt x="317842" y="970689"/>
                  </a:lnTo>
                  <a:lnTo>
                    <a:pt x="361737" y="985751"/>
                  </a:lnTo>
                  <a:lnTo>
                    <a:pt x="407355" y="996771"/>
                  </a:lnTo>
                  <a:lnTo>
                    <a:pt x="454486" y="1003537"/>
                  </a:lnTo>
                  <a:lnTo>
                    <a:pt x="502919" y="1005839"/>
                  </a:lnTo>
                  <a:lnTo>
                    <a:pt x="551353" y="1003537"/>
                  </a:lnTo>
                  <a:lnTo>
                    <a:pt x="598484" y="996771"/>
                  </a:lnTo>
                  <a:lnTo>
                    <a:pt x="644102" y="985751"/>
                  </a:lnTo>
                  <a:lnTo>
                    <a:pt x="687997" y="970689"/>
                  </a:lnTo>
                  <a:lnTo>
                    <a:pt x="729956" y="951795"/>
                  </a:lnTo>
                  <a:lnTo>
                    <a:pt x="769770" y="929281"/>
                  </a:lnTo>
                  <a:lnTo>
                    <a:pt x="807228" y="903356"/>
                  </a:lnTo>
                  <a:lnTo>
                    <a:pt x="842119" y="874231"/>
                  </a:lnTo>
                  <a:lnTo>
                    <a:pt x="874231" y="842119"/>
                  </a:lnTo>
                  <a:lnTo>
                    <a:pt x="903356" y="807228"/>
                  </a:lnTo>
                  <a:lnTo>
                    <a:pt x="929281" y="769770"/>
                  </a:lnTo>
                  <a:lnTo>
                    <a:pt x="951795" y="729956"/>
                  </a:lnTo>
                  <a:lnTo>
                    <a:pt x="970689" y="687997"/>
                  </a:lnTo>
                  <a:lnTo>
                    <a:pt x="985751" y="644102"/>
                  </a:lnTo>
                  <a:lnTo>
                    <a:pt x="996771" y="598484"/>
                  </a:lnTo>
                  <a:lnTo>
                    <a:pt x="1003537" y="551353"/>
                  </a:lnTo>
                  <a:lnTo>
                    <a:pt x="1005840" y="502919"/>
                  </a:lnTo>
                  <a:lnTo>
                    <a:pt x="1003537" y="454486"/>
                  </a:lnTo>
                  <a:lnTo>
                    <a:pt x="996771" y="407355"/>
                  </a:lnTo>
                  <a:lnTo>
                    <a:pt x="985751" y="361737"/>
                  </a:lnTo>
                  <a:lnTo>
                    <a:pt x="970689" y="317842"/>
                  </a:lnTo>
                  <a:lnTo>
                    <a:pt x="951795" y="275883"/>
                  </a:lnTo>
                  <a:lnTo>
                    <a:pt x="929281" y="236069"/>
                  </a:lnTo>
                  <a:lnTo>
                    <a:pt x="903356" y="198611"/>
                  </a:lnTo>
                  <a:lnTo>
                    <a:pt x="874231" y="163720"/>
                  </a:lnTo>
                  <a:lnTo>
                    <a:pt x="842119" y="131608"/>
                  </a:lnTo>
                  <a:lnTo>
                    <a:pt x="807228" y="102483"/>
                  </a:lnTo>
                  <a:lnTo>
                    <a:pt x="769770" y="76558"/>
                  </a:lnTo>
                  <a:lnTo>
                    <a:pt x="729956" y="54044"/>
                  </a:lnTo>
                  <a:lnTo>
                    <a:pt x="687997" y="35150"/>
                  </a:lnTo>
                  <a:lnTo>
                    <a:pt x="644102" y="20088"/>
                  </a:lnTo>
                  <a:lnTo>
                    <a:pt x="598484" y="9068"/>
                  </a:lnTo>
                  <a:lnTo>
                    <a:pt x="551353" y="2302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 descr="preencoded.png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13373" y="2603347"/>
              <a:ext cx="462686" cy="46268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749416" y="3481704"/>
              <a:ext cx="1054608" cy="3703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792088" y="3951097"/>
              <a:ext cx="489203" cy="2286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71564" y="3951097"/>
              <a:ext cx="489204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671692" y="4352544"/>
              <a:ext cx="884555" cy="0"/>
            </a:xfrm>
            <a:custGeom>
              <a:avLst/>
              <a:gdLst/>
              <a:ahLst/>
              <a:cxnLst/>
              <a:rect l="l" t="t" r="r" b="b"/>
              <a:pathLst>
                <a:path w="884554">
                  <a:moveTo>
                    <a:pt x="0" y="0"/>
                  </a:moveTo>
                  <a:lnTo>
                    <a:pt x="884555" y="0"/>
                  </a:lnTo>
                </a:path>
              </a:pathLst>
            </a:custGeom>
            <a:ln w="1905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22875" y="4719573"/>
              <a:ext cx="341375" cy="24841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95087" y="4719573"/>
              <a:ext cx="1446276" cy="24841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56273" y="4719573"/>
              <a:ext cx="512064" cy="24841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652513" y="4719573"/>
              <a:ext cx="512064" cy="24841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22875" y="5041137"/>
              <a:ext cx="341375" cy="24841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895087" y="5041137"/>
              <a:ext cx="512063" cy="24841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289803" y="5041137"/>
              <a:ext cx="1099896" cy="24841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305041" y="5041137"/>
              <a:ext cx="512063" cy="24841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22875" y="5362346"/>
              <a:ext cx="341375" cy="24871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895087" y="5362346"/>
              <a:ext cx="510603" cy="24871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320283" y="5362346"/>
              <a:ext cx="159105" cy="248716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399785" y="5362346"/>
              <a:ext cx="821436" cy="24871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46545" y="5362346"/>
              <a:ext cx="512064" cy="248716"/>
            </a:xfrm>
            <a:prstGeom prst="rect">
              <a:avLst/>
            </a:prstGeom>
          </p:spPr>
        </p:pic>
      </p:grpSp>
      <p:grpSp>
        <p:nvGrpSpPr>
          <p:cNvPr id="59" name="object 59"/>
          <p:cNvGrpSpPr/>
          <p:nvPr/>
        </p:nvGrpSpPr>
        <p:grpSpPr>
          <a:xfrm>
            <a:off x="8077171" y="1875972"/>
            <a:ext cx="3590290" cy="4157345"/>
            <a:chOff x="8077171" y="1875972"/>
            <a:chExt cx="3590290" cy="4157345"/>
          </a:xfrm>
        </p:grpSpPr>
        <p:pic>
          <p:nvPicPr>
            <p:cNvPr id="60" name="object 6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77171" y="1875972"/>
              <a:ext cx="3589839" cy="4156878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8147303" y="192023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3364992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3931907"/>
                  </a:lnTo>
                  <a:lnTo>
                    <a:pt x="7179" y="3967504"/>
                  </a:lnTo>
                  <a:lnTo>
                    <a:pt x="26765" y="3996574"/>
                  </a:lnTo>
                  <a:lnTo>
                    <a:pt x="55828" y="4016173"/>
                  </a:lnTo>
                  <a:lnTo>
                    <a:pt x="91440" y="4023360"/>
                  </a:lnTo>
                  <a:lnTo>
                    <a:pt x="3364992" y="4023360"/>
                  </a:lnTo>
                  <a:lnTo>
                    <a:pt x="3400603" y="4016173"/>
                  </a:lnTo>
                  <a:lnTo>
                    <a:pt x="3429666" y="3996574"/>
                  </a:lnTo>
                  <a:lnTo>
                    <a:pt x="3449252" y="3967504"/>
                  </a:lnTo>
                  <a:lnTo>
                    <a:pt x="3456431" y="3931907"/>
                  </a:lnTo>
                  <a:lnTo>
                    <a:pt x="3456431" y="91439"/>
                  </a:lnTo>
                  <a:lnTo>
                    <a:pt x="3449252" y="55828"/>
                  </a:lnTo>
                  <a:lnTo>
                    <a:pt x="3429666" y="26765"/>
                  </a:lnTo>
                  <a:lnTo>
                    <a:pt x="3400603" y="7179"/>
                  </a:lnTo>
                  <a:lnTo>
                    <a:pt x="3364992" y="0"/>
                  </a:lnTo>
                  <a:close/>
                </a:path>
              </a:pathLst>
            </a:custGeom>
            <a:solidFill>
              <a:srgbClr val="F1F6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147303" y="1920239"/>
              <a:ext cx="3456940" cy="4023360"/>
            </a:xfrm>
            <a:custGeom>
              <a:avLst/>
              <a:gdLst/>
              <a:ahLst/>
              <a:cxnLst/>
              <a:rect l="l" t="t" r="r" b="b"/>
              <a:pathLst>
                <a:path w="3456940" h="402336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3364992" y="0"/>
                  </a:lnTo>
                  <a:lnTo>
                    <a:pt x="3400603" y="7179"/>
                  </a:lnTo>
                  <a:lnTo>
                    <a:pt x="3429666" y="26765"/>
                  </a:lnTo>
                  <a:lnTo>
                    <a:pt x="3449252" y="55828"/>
                  </a:lnTo>
                  <a:lnTo>
                    <a:pt x="3456431" y="91439"/>
                  </a:lnTo>
                  <a:lnTo>
                    <a:pt x="3456431" y="3931907"/>
                  </a:lnTo>
                  <a:lnTo>
                    <a:pt x="3449252" y="3967504"/>
                  </a:lnTo>
                  <a:lnTo>
                    <a:pt x="3429666" y="3996574"/>
                  </a:lnTo>
                  <a:lnTo>
                    <a:pt x="3400603" y="4016173"/>
                  </a:lnTo>
                  <a:lnTo>
                    <a:pt x="3364992" y="4023360"/>
                  </a:lnTo>
                  <a:lnTo>
                    <a:pt x="91440" y="4023360"/>
                  </a:lnTo>
                  <a:lnTo>
                    <a:pt x="55828" y="4016173"/>
                  </a:lnTo>
                  <a:lnTo>
                    <a:pt x="26765" y="3996574"/>
                  </a:lnTo>
                  <a:lnTo>
                    <a:pt x="7179" y="3967504"/>
                  </a:lnTo>
                  <a:lnTo>
                    <a:pt x="0" y="3931907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81159" y="2266162"/>
              <a:ext cx="1181887" cy="118188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9372600" y="2331719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20" y="0"/>
                  </a:moveTo>
                  <a:lnTo>
                    <a:pt x="454486" y="2302"/>
                  </a:lnTo>
                  <a:lnTo>
                    <a:pt x="407355" y="9068"/>
                  </a:lnTo>
                  <a:lnTo>
                    <a:pt x="361737" y="20088"/>
                  </a:lnTo>
                  <a:lnTo>
                    <a:pt x="317842" y="35150"/>
                  </a:lnTo>
                  <a:lnTo>
                    <a:pt x="275883" y="54044"/>
                  </a:lnTo>
                  <a:lnTo>
                    <a:pt x="236069" y="76558"/>
                  </a:lnTo>
                  <a:lnTo>
                    <a:pt x="198611" y="102483"/>
                  </a:lnTo>
                  <a:lnTo>
                    <a:pt x="163720" y="131608"/>
                  </a:lnTo>
                  <a:lnTo>
                    <a:pt x="131608" y="163720"/>
                  </a:lnTo>
                  <a:lnTo>
                    <a:pt x="102483" y="198611"/>
                  </a:lnTo>
                  <a:lnTo>
                    <a:pt x="76558" y="236069"/>
                  </a:lnTo>
                  <a:lnTo>
                    <a:pt x="54044" y="275883"/>
                  </a:lnTo>
                  <a:lnTo>
                    <a:pt x="35150" y="317842"/>
                  </a:lnTo>
                  <a:lnTo>
                    <a:pt x="20088" y="361737"/>
                  </a:lnTo>
                  <a:lnTo>
                    <a:pt x="9068" y="407355"/>
                  </a:lnTo>
                  <a:lnTo>
                    <a:pt x="2302" y="454486"/>
                  </a:lnTo>
                  <a:lnTo>
                    <a:pt x="0" y="502919"/>
                  </a:lnTo>
                  <a:lnTo>
                    <a:pt x="2302" y="551353"/>
                  </a:lnTo>
                  <a:lnTo>
                    <a:pt x="9068" y="598484"/>
                  </a:lnTo>
                  <a:lnTo>
                    <a:pt x="20088" y="644102"/>
                  </a:lnTo>
                  <a:lnTo>
                    <a:pt x="35150" y="687997"/>
                  </a:lnTo>
                  <a:lnTo>
                    <a:pt x="54044" y="729956"/>
                  </a:lnTo>
                  <a:lnTo>
                    <a:pt x="76558" y="769770"/>
                  </a:lnTo>
                  <a:lnTo>
                    <a:pt x="102483" y="807228"/>
                  </a:lnTo>
                  <a:lnTo>
                    <a:pt x="131608" y="842119"/>
                  </a:lnTo>
                  <a:lnTo>
                    <a:pt x="163720" y="874231"/>
                  </a:lnTo>
                  <a:lnTo>
                    <a:pt x="198611" y="903356"/>
                  </a:lnTo>
                  <a:lnTo>
                    <a:pt x="236069" y="929281"/>
                  </a:lnTo>
                  <a:lnTo>
                    <a:pt x="275883" y="951795"/>
                  </a:lnTo>
                  <a:lnTo>
                    <a:pt x="317842" y="970689"/>
                  </a:lnTo>
                  <a:lnTo>
                    <a:pt x="361737" y="985751"/>
                  </a:lnTo>
                  <a:lnTo>
                    <a:pt x="407355" y="996771"/>
                  </a:lnTo>
                  <a:lnTo>
                    <a:pt x="454486" y="1003537"/>
                  </a:lnTo>
                  <a:lnTo>
                    <a:pt x="502920" y="1005839"/>
                  </a:lnTo>
                  <a:lnTo>
                    <a:pt x="551353" y="1003537"/>
                  </a:lnTo>
                  <a:lnTo>
                    <a:pt x="598484" y="996771"/>
                  </a:lnTo>
                  <a:lnTo>
                    <a:pt x="644102" y="985751"/>
                  </a:lnTo>
                  <a:lnTo>
                    <a:pt x="687997" y="970689"/>
                  </a:lnTo>
                  <a:lnTo>
                    <a:pt x="729956" y="951795"/>
                  </a:lnTo>
                  <a:lnTo>
                    <a:pt x="769770" y="929281"/>
                  </a:lnTo>
                  <a:lnTo>
                    <a:pt x="807228" y="903356"/>
                  </a:lnTo>
                  <a:lnTo>
                    <a:pt x="842119" y="874231"/>
                  </a:lnTo>
                  <a:lnTo>
                    <a:pt x="874231" y="842119"/>
                  </a:lnTo>
                  <a:lnTo>
                    <a:pt x="903356" y="807228"/>
                  </a:lnTo>
                  <a:lnTo>
                    <a:pt x="929281" y="769770"/>
                  </a:lnTo>
                  <a:lnTo>
                    <a:pt x="951795" y="729956"/>
                  </a:lnTo>
                  <a:lnTo>
                    <a:pt x="970689" y="687997"/>
                  </a:lnTo>
                  <a:lnTo>
                    <a:pt x="985751" y="644102"/>
                  </a:lnTo>
                  <a:lnTo>
                    <a:pt x="996771" y="598484"/>
                  </a:lnTo>
                  <a:lnTo>
                    <a:pt x="1003537" y="551353"/>
                  </a:lnTo>
                  <a:lnTo>
                    <a:pt x="1005840" y="502919"/>
                  </a:lnTo>
                  <a:lnTo>
                    <a:pt x="1003537" y="454486"/>
                  </a:lnTo>
                  <a:lnTo>
                    <a:pt x="996771" y="407355"/>
                  </a:lnTo>
                  <a:lnTo>
                    <a:pt x="985751" y="361737"/>
                  </a:lnTo>
                  <a:lnTo>
                    <a:pt x="970689" y="317842"/>
                  </a:lnTo>
                  <a:lnTo>
                    <a:pt x="951795" y="275883"/>
                  </a:lnTo>
                  <a:lnTo>
                    <a:pt x="929281" y="236069"/>
                  </a:lnTo>
                  <a:lnTo>
                    <a:pt x="903356" y="198611"/>
                  </a:lnTo>
                  <a:lnTo>
                    <a:pt x="874231" y="163720"/>
                  </a:lnTo>
                  <a:lnTo>
                    <a:pt x="842119" y="131608"/>
                  </a:lnTo>
                  <a:lnTo>
                    <a:pt x="807228" y="102483"/>
                  </a:lnTo>
                  <a:lnTo>
                    <a:pt x="769770" y="76558"/>
                  </a:lnTo>
                  <a:lnTo>
                    <a:pt x="729956" y="54044"/>
                  </a:lnTo>
                  <a:lnTo>
                    <a:pt x="687997" y="35150"/>
                  </a:lnTo>
                  <a:lnTo>
                    <a:pt x="644102" y="20088"/>
                  </a:lnTo>
                  <a:lnTo>
                    <a:pt x="598484" y="9068"/>
                  </a:lnTo>
                  <a:lnTo>
                    <a:pt x="551353" y="2302"/>
                  </a:lnTo>
                  <a:lnTo>
                    <a:pt x="502920" y="0"/>
                  </a:lnTo>
                  <a:close/>
                </a:path>
              </a:pathLst>
            </a:custGeom>
            <a:solidFill>
              <a:srgbClr val="1E4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 descr="preencoded.png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644125" y="2603347"/>
              <a:ext cx="462686" cy="46268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480803" y="3481704"/>
              <a:ext cx="1054607" cy="37033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381743" y="3951097"/>
              <a:ext cx="652272" cy="2286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24288" y="3951097"/>
              <a:ext cx="182879" cy="2286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046207" y="3951097"/>
              <a:ext cx="489203" cy="228600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9402444" y="4352544"/>
              <a:ext cx="884555" cy="0"/>
            </a:xfrm>
            <a:custGeom>
              <a:avLst/>
              <a:gdLst/>
              <a:ahLst/>
              <a:cxnLst/>
              <a:rect l="l" t="t" r="r" b="b"/>
              <a:pathLst>
                <a:path w="884554">
                  <a:moveTo>
                    <a:pt x="0" y="0"/>
                  </a:moveTo>
                  <a:lnTo>
                    <a:pt x="884554" y="0"/>
                  </a:lnTo>
                </a:path>
              </a:pathLst>
            </a:custGeom>
            <a:ln w="19050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54262" y="4719573"/>
              <a:ext cx="341375" cy="24841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626474" y="4719573"/>
              <a:ext cx="2311146" cy="24841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848720" y="4719573"/>
              <a:ext cx="512064" cy="24841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54262" y="5041137"/>
              <a:ext cx="341375" cy="24841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626474" y="5041137"/>
              <a:ext cx="1221079" cy="24841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760330" y="5041137"/>
              <a:ext cx="512064" cy="24841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54262" y="5362346"/>
              <a:ext cx="341375" cy="24871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626474" y="5362346"/>
              <a:ext cx="219455" cy="248716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736202" y="5362346"/>
              <a:ext cx="341375" cy="24871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960230" y="5362346"/>
              <a:ext cx="848359" cy="248716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723754" y="5362346"/>
              <a:ext cx="512064" cy="24871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18470" y="5362346"/>
              <a:ext cx="512521" cy="248716"/>
            </a:xfrm>
            <a:prstGeom prst="rect">
              <a:avLst/>
            </a:prstGeom>
          </p:spPr>
        </p:pic>
      </p:grpSp>
      <p:grpSp>
        <p:nvGrpSpPr>
          <p:cNvPr id="83" name="object 83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84" name="object 8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90" name="object 90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91" name="object 9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0119" y="471169"/>
            <a:ext cx="1648460" cy="228600"/>
            <a:chOff x="960119" y="471169"/>
            <a:chExt cx="1648460" cy="228600"/>
          </a:xfrm>
        </p:grpSpPr>
        <p:pic>
          <p:nvPicPr>
            <p:cNvPr id="3" name="object 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19" y="471169"/>
              <a:ext cx="491870" cy="228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53565" y="471169"/>
              <a:ext cx="544068" cy="228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18969" y="471169"/>
              <a:ext cx="689609" cy="22860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685800" y="849122"/>
            <a:ext cx="2218055" cy="494030"/>
            <a:chOff x="685800" y="849122"/>
            <a:chExt cx="2218055" cy="494030"/>
          </a:xfrm>
        </p:grpSpPr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" y="849122"/>
              <a:ext cx="1402461" cy="4937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51913" y="849122"/>
              <a:ext cx="1051560" cy="49377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00440" y="1827176"/>
            <a:ext cx="7111365" cy="4432300"/>
            <a:chOff x="600440" y="1827176"/>
            <a:chExt cx="7111365" cy="4432300"/>
          </a:xfrm>
        </p:grpSpPr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440" y="1827176"/>
              <a:ext cx="7111014" cy="44319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85799" y="1874519"/>
              <a:ext cx="6949440" cy="4251960"/>
            </a:xfrm>
            <a:custGeom>
              <a:avLst/>
              <a:gdLst/>
              <a:ahLst/>
              <a:cxnLst/>
              <a:rect l="l" t="t" r="r" b="b"/>
              <a:pathLst>
                <a:path w="6949440" h="4251960">
                  <a:moveTo>
                    <a:pt x="6885432" y="0"/>
                  </a:moveTo>
                  <a:lnTo>
                    <a:pt x="63995" y="0"/>
                  </a:lnTo>
                  <a:lnTo>
                    <a:pt x="39085" y="5036"/>
                  </a:lnTo>
                  <a:lnTo>
                    <a:pt x="18743" y="18764"/>
                  </a:lnTo>
                  <a:lnTo>
                    <a:pt x="5029" y="39112"/>
                  </a:lnTo>
                  <a:lnTo>
                    <a:pt x="0" y="64007"/>
                  </a:lnTo>
                  <a:lnTo>
                    <a:pt x="0" y="4187964"/>
                  </a:lnTo>
                  <a:lnTo>
                    <a:pt x="5029" y="4212874"/>
                  </a:lnTo>
                  <a:lnTo>
                    <a:pt x="18743" y="4233216"/>
                  </a:lnTo>
                  <a:lnTo>
                    <a:pt x="39085" y="4246930"/>
                  </a:lnTo>
                  <a:lnTo>
                    <a:pt x="63995" y="4251959"/>
                  </a:lnTo>
                  <a:lnTo>
                    <a:pt x="6885432" y="4251959"/>
                  </a:lnTo>
                  <a:lnTo>
                    <a:pt x="6910327" y="4246930"/>
                  </a:lnTo>
                  <a:lnTo>
                    <a:pt x="6930675" y="4233216"/>
                  </a:lnTo>
                  <a:lnTo>
                    <a:pt x="6944403" y="4212874"/>
                  </a:lnTo>
                  <a:lnTo>
                    <a:pt x="6949440" y="4187964"/>
                  </a:lnTo>
                  <a:lnTo>
                    <a:pt x="6949440" y="64007"/>
                  </a:lnTo>
                  <a:lnTo>
                    <a:pt x="6944403" y="39112"/>
                  </a:lnTo>
                  <a:lnTo>
                    <a:pt x="6930675" y="18764"/>
                  </a:lnTo>
                  <a:lnTo>
                    <a:pt x="6910327" y="5036"/>
                  </a:lnTo>
                  <a:lnTo>
                    <a:pt x="6885432" y="0"/>
                  </a:lnTo>
                  <a:close/>
                </a:path>
              </a:pathLst>
            </a:custGeom>
            <a:solidFill>
              <a:srgbClr val="0C0C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5799" y="1874519"/>
              <a:ext cx="6949440" cy="4251960"/>
            </a:xfrm>
            <a:custGeom>
              <a:avLst/>
              <a:gdLst/>
              <a:ahLst/>
              <a:cxnLst/>
              <a:rect l="l" t="t" r="r" b="b"/>
              <a:pathLst>
                <a:path w="6949440" h="4251960">
                  <a:moveTo>
                    <a:pt x="0" y="64007"/>
                  </a:moveTo>
                  <a:lnTo>
                    <a:pt x="5029" y="39112"/>
                  </a:lnTo>
                  <a:lnTo>
                    <a:pt x="18743" y="18764"/>
                  </a:lnTo>
                  <a:lnTo>
                    <a:pt x="39085" y="5036"/>
                  </a:lnTo>
                  <a:lnTo>
                    <a:pt x="63995" y="0"/>
                  </a:lnTo>
                  <a:lnTo>
                    <a:pt x="6885432" y="0"/>
                  </a:lnTo>
                  <a:lnTo>
                    <a:pt x="6910327" y="5036"/>
                  </a:lnTo>
                  <a:lnTo>
                    <a:pt x="6930675" y="18764"/>
                  </a:lnTo>
                  <a:lnTo>
                    <a:pt x="6944403" y="39112"/>
                  </a:lnTo>
                  <a:lnTo>
                    <a:pt x="6949440" y="64007"/>
                  </a:lnTo>
                  <a:lnTo>
                    <a:pt x="6949440" y="4187964"/>
                  </a:lnTo>
                  <a:lnTo>
                    <a:pt x="6944403" y="4212874"/>
                  </a:lnTo>
                  <a:lnTo>
                    <a:pt x="6930675" y="4233216"/>
                  </a:lnTo>
                  <a:lnTo>
                    <a:pt x="6910327" y="4246930"/>
                  </a:lnTo>
                  <a:lnTo>
                    <a:pt x="6885432" y="4251959"/>
                  </a:lnTo>
                  <a:lnTo>
                    <a:pt x="63995" y="4251959"/>
                  </a:lnTo>
                  <a:lnTo>
                    <a:pt x="39085" y="4246930"/>
                  </a:lnTo>
                  <a:lnTo>
                    <a:pt x="18743" y="4233216"/>
                  </a:lnTo>
                  <a:lnTo>
                    <a:pt x="5029" y="4212874"/>
                  </a:lnTo>
                  <a:lnTo>
                    <a:pt x="0" y="4187964"/>
                  </a:lnTo>
                  <a:lnTo>
                    <a:pt x="0" y="64007"/>
                  </a:lnTo>
                  <a:close/>
                </a:path>
              </a:pathLst>
            </a:custGeom>
            <a:ln w="12699">
              <a:solidFill>
                <a:srgbClr val="DCE4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5799" y="1874519"/>
              <a:ext cx="6949440" cy="384175"/>
            </a:xfrm>
            <a:custGeom>
              <a:avLst/>
              <a:gdLst/>
              <a:ahLst/>
              <a:cxnLst/>
              <a:rect l="l" t="t" r="r" b="b"/>
              <a:pathLst>
                <a:path w="6949440" h="384175">
                  <a:moveTo>
                    <a:pt x="694944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6949440" y="384048"/>
                  </a:lnTo>
                  <a:lnTo>
                    <a:pt x="6949440" y="0"/>
                  </a:lnTo>
                  <a:close/>
                </a:path>
              </a:pathLst>
            </a:custGeom>
            <a:solidFill>
              <a:srgbClr val="1B21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6968" y="2002535"/>
              <a:ext cx="137159" cy="1371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3000" y="2002535"/>
              <a:ext cx="137159" cy="1371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99031" y="2002535"/>
              <a:ext cx="137159" cy="137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74774" y="1974214"/>
              <a:ext cx="1459229" cy="17526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267709" y="1973706"/>
            <a:ext cx="1397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8792A6"/>
                </a:solidFill>
                <a:latin typeface="Arial"/>
                <a:cs typeface="Arial"/>
              </a:rPr>
              <a:t>—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430778" y="1974214"/>
            <a:ext cx="835736" cy="175260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7875884" y="1833309"/>
            <a:ext cx="3697604" cy="4401820"/>
            <a:chOff x="7875884" y="1833309"/>
            <a:chExt cx="3697604" cy="4401820"/>
          </a:xfrm>
        </p:grpSpPr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75884" y="1833309"/>
              <a:ext cx="3697518" cy="440141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955279" y="1874520"/>
              <a:ext cx="3548379" cy="4251960"/>
            </a:xfrm>
            <a:custGeom>
              <a:avLst/>
              <a:gdLst/>
              <a:ahLst/>
              <a:cxnLst/>
              <a:rect l="l" t="t" r="r" b="b"/>
              <a:pathLst>
                <a:path w="3548379" h="4251960">
                  <a:moveTo>
                    <a:pt x="3456431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160532"/>
                  </a:lnTo>
                  <a:lnTo>
                    <a:pt x="7179" y="4196120"/>
                  </a:lnTo>
                  <a:lnTo>
                    <a:pt x="26765" y="4225182"/>
                  </a:lnTo>
                  <a:lnTo>
                    <a:pt x="55828" y="4244775"/>
                  </a:lnTo>
                  <a:lnTo>
                    <a:pt x="91440" y="4251959"/>
                  </a:lnTo>
                  <a:lnTo>
                    <a:pt x="3456431" y="4251959"/>
                  </a:lnTo>
                  <a:lnTo>
                    <a:pt x="3492043" y="4244775"/>
                  </a:lnTo>
                  <a:lnTo>
                    <a:pt x="3521106" y="4225182"/>
                  </a:lnTo>
                  <a:lnTo>
                    <a:pt x="3540692" y="4196120"/>
                  </a:lnTo>
                  <a:lnTo>
                    <a:pt x="3547872" y="4160532"/>
                  </a:lnTo>
                  <a:lnTo>
                    <a:pt x="3547872" y="91439"/>
                  </a:lnTo>
                  <a:lnTo>
                    <a:pt x="3540692" y="55828"/>
                  </a:lnTo>
                  <a:lnTo>
                    <a:pt x="3521106" y="26765"/>
                  </a:lnTo>
                  <a:lnTo>
                    <a:pt x="3492043" y="7179"/>
                  </a:lnTo>
                  <a:lnTo>
                    <a:pt x="3456431" y="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11311" y="214884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356616" y="0"/>
                  </a:moveTo>
                  <a:lnTo>
                    <a:pt x="308220" y="3255"/>
                  </a:lnTo>
                  <a:lnTo>
                    <a:pt x="261805" y="12737"/>
                  </a:lnTo>
                  <a:lnTo>
                    <a:pt x="217795" y="28021"/>
                  </a:lnTo>
                  <a:lnTo>
                    <a:pt x="176614" y="48683"/>
                  </a:lnTo>
                  <a:lnTo>
                    <a:pt x="138688" y="74298"/>
                  </a:lnTo>
                  <a:lnTo>
                    <a:pt x="104441" y="104441"/>
                  </a:lnTo>
                  <a:lnTo>
                    <a:pt x="74298" y="138688"/>
                  </a:lnTo>
                  <a:lnTo>
                    <a:pt x="48683" y="176614"/>
                  </a:lnTo>
                  <a:lnTo>
                    <a:pt x="28021" y="217795"/>
                  </a:lnTo>
                  <a:lnTo>
                    <a:pt x="12737" y="261805"/>
                  </a:lnTo>
                  <a:lnTo>
                    <a:pt x="3255" y="308220"/>
                  </a:lnTo>
                  <a:lnTo>
                    <a:pt x="0" y="356615"/>
                  </a:lnTo>
                  <a:lnTo>
                    <a:pt x="3255" y="405011"/>
                  </a:lnTo>
                  <a:lnTo>
                    <a:pt x="12737" y="451426"/>
                  </a:lnTo>
                  <a:lnTo>
                    <a:pt x="28021" y="495436"/>
                  </a:lnTo>
                  <a:lnTo>
                    <a:pt x="48683" y="536617"/>
                  </a:lnTo>
                  <a:lnTo>
                    <a:pt x="74298" y="574543"/>
                  </a:lnTo>
                  <a:lnTo>
                    <a:pt x="104441" y="608790"/>
                  </a:lnTo>
                  <a:lnTo>
                    <a:pt x="138688" y="638933"/>
                  </a:lnTo>
                  <a:lnTo>
                    <a:pt x="176614" y="664548"/>
                  </a:lnTo>
                  <a:lnTo>
                    <a:pt x="217795" y="685210"/>
                  </a:lnTo>
                  <a:lnTo>
                    <a:pt x="261805" y="700494"/>
                  </a:lnTo>
                  <a:lnTo>
                    <a:pt x="308220" y="709976"/>
                  </a:lnTo>
                  <a:lnTo>
                    <a:pt x="356616" y="713232"/>
                  </a:lnTo>
                  <a:lnTo>
                    <a:pt x="405011" y="709976"/>
                  </a:lnTo>
                  <a:lnTo>
                    <a:pt x="451426" y="700494"/>
                  </a:lnTo>
                  <a:lnTo>
                    <a:pt x="495436" y="685210"/>
                  </a:lnTo>
                  <a:lnTo>
                    <a:pt x="536617" y="664548"/>
                  </a:lnTo>
                  <a:lnTo>
                    <a:pt x="574543" y="638933"/>
                  </a:lnTo>
                  <a:lnTo>
                    <a:pt x="608790" y="608790"/>
                  </a:lnTo>
                  <a:lnTo>
                    <a:pt x="638933" y="574543"/>
                  </a:lnTo>
                  <a:lnTo>
                    <a:pt x="664548" y="536617"/>
                  </a:lnTo>
                  <a:lnTo>
                    <a:pt x="685210" y="495436"/>
                  </a:lnTo>
                  <a:lnTo>
                    <a:pt x="700494" y="451426"/>
                  </a:lnTo>
                  <a:lnTo>
                    <a:pt x="709976" y="405011"/>
                  </a:lnTo>
                  <a:lnTo>
                    <a:pt x="713232" y="356615"/>
                  </a:lnTo>
                  <a:lnTo>
                    <a:pt x="709976" y="308220"/>
                  </a:lnTo>
                  <a:lnTo>
                    <a:pt x="700494" y="261805"/>
                  </a:lnTo>
                  <a:lnTo>
                    <a:pt x="685210" y="217795"/>
                  </a:lnTo>
                  <a:lnTo>
                    <a:pt x="664548" y="176614"/>
                  </a:lnTo>
                  <a:lnTo>
                    <a:pt x="638933" y="138688"/>
                  </a:lnTo>
                  <a:lnTo>
                    <a:pt x="608790" y="104441"/>
                  </a:lnTo>
                  <a:lnTo>
                    <a:pt x="574543" y="74298"/>
                  </a:lnTo>
                  <a:lnTo>
                    <a:pt x="536617" y="48683"/>
                  </a:lnTo>
                  <a:lnTo>
                    <a:pt x="495436" y="28021"/>
                  </a:lnTo>
                  <a:lnTo>
                    <a:pt x="451426" y="12737"/>
                  </a:lnTo>
                  <a:lnTo>
                    <a:pt x="405011" y="3255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211311" y="214884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0" y="356615"/>
                  </a:moveTo>
                  <a:lnTo>
                    <a:pt x="3255" y="308220"/>
                  </a:lnTo>
                  <a:lnTo>
                    <a:pt x="12737" y="261805"/>
                  </a:lnTo>
                  <a:lnTo>
                    <a:pt x="28021" y="217795"/>
                  </a:lnTo>
                  <a:lnTo>
                    <a:pt x="48683" y="176614"/>
                  </a:lnTo>
                  <a:lnTo>
                    <a:pt x="74298" y="138688"/>
                  </a:lnTo>
                  <a:lnTo>
                    <a:pt x="104441" y="104441"/>
                  </a:lnTo>
                  <a:lnTo>
                    <a:pt x="138688" y="74298"/>
                  </a:lnTo>
                  <a:lnTo>
                    <a:pt x="176614" y="48683"/>
                  </a:lnTo>
                  <a:lnTo>
                    <a:pt x="217795" y="28021"/>
                  </a:lnTo>
                  <a:lnTo>
                    <a:pt x="261805" y="12737"/>
                  </a:lnTo>
                  <a:lnTo>
                    <a:pt x="308220" y="3255"/>
                  </a:lnTo>
                  <a:lnTo>
                    <a:pt x="356616" y="0"/>
                  </a:lnTo>
                  <a:lnTo>
                    <a:pt x="405011" y="3255"/>
                  </a:lnTo>
                  <a:lnTo>
                    <a:pt x="451426" y="12737"/>
                  </a:lnTo>
                  <a:lnTo>
                    <a:pt x="495436" y="28021"/>
                  </a:lnTo>
                  <a:lnTo>
                    <a:pt x="536617" y="48683"/>
                  </a:lnTo>
                  <a:lnTo>
                    <a:pt x="574543" y="74298"/>
                  </a:lnTo>
                  <a:lnTo>
                    <a:pt x="608790" y="104441"/>
                  </a:lnTo>
                  <a:lnTo>
                    <a:pt x="638933" y="138688"/>
                  </a:lnTo>
                  <a:lnTo>
                    <a:pt x="664548" y="176614"/>
                  </a:lnTo>
                  <a:lnTo>
                    <a:pt x="685210" y="217795"/>
                  </a:lnTo>
                  <a:lnTo>
                    <a:pt x="700494" y="261805"/>
                  </a:lnTo>
                  <a:lnTo>
                    <a:pt x="709976" y="308220"/>
                  </a:lnTo>
                  <a:lnTo>
                    <a:pt x="713232" y="356615"/>
                  </a:lnTo>
                  <a:lnTo>
                    <a:pt x="709976" y="405011"/>
                  </a:lnTo>
                  <a:lnTo>
                    <a:pt x="700494" y="451426"/>
                  </a:lnTo>
                  <a:lnTo>
                    <a:pt x="685210" y="495436"/>
                  </a:lnTo>
                  <a:lnTo>
                    <a:pt x="664548" y="536617"/>
                  </a:lnTo>
                  <a:lnTo>
                    <a:pt x="638933" y="574543"/>
                  </a:lnTo>
                  <a:lnTo>
                    <a:pt x="608790" y="608790"/>
                  </a:lnTo>
                  <a:lnTo>
                    <a:pt x="574543" y="638933"/>
                  </a:lnTo>
                  <a:lnTo>
                    <a:pt x="536617" y="664548"/>
                  </a:lnTo>
                  <a:lnTo>
                    <a:pt x="495436" y="685210"/>
                  </a:lnTo>
                  <a:lnTo>
                    <a:pt x="451426" y="700494"/>
                  </a:lnTo>
                  <a:lnTo>
                    <a:pt x="405011" y="709976"/>
                  </a:lnTo>
                  <a:lnTo>
                    <a:pt x="356616" y="713232"/>
                  </a:lnTo>
                  <a:lnTo>
                    <a:pt x="308220" y="709976"/>
                  </a:lnTo>
                  <a:lnTo>
                    <a:pt x="261805" y="700494"/>
                  </a:lnTo>
                  <a:lnTo>
                    <a:pt x="217795" y="685210"/>
                  </a:lnTo>
                  <a:lnTo>
                    <a:pt x="176614" y="664548"/>
                  </a:lnTo>
                  <a:lnTo>
                    <a:pt x="138688" y="638933"/>
                  </a:lnTo>
                  <a:lnTo>
                    <a:pt x="104441" y="608790"/>
                  </a:lnTo>
                  <a:lnTo>
                    <a:pt x="74298" y="574543"/>
                  </a:lnTo>
                  <a:lnTo>
                    <a:pt x="48683" y="536617"/>
                  </a:lnTo>
                  <a:lnTo>
                    <a:pt x="28021" y="495436"/>
                  </a:lnTo>
                  <a:lnTo>
                    <a:pt x="12737" y="451426"/>
                  </a:lnTo>
                  <a:lnTo>
                    <a:pt x="3255" y="405011"/>
                  </a:lnTo>
                  <a:lnTo>
                    <a:pt x="0" y="356615"/>
                  </a:lnTo>
                  <a:close/>
                </a:path>
              </a:pathLst>
            </a:custGeom>
            <a:ln w="12700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 descr="preencoded.png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03843" y="2341448"/>
              <a:ext cx="328091" cy="32809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12200" y="3020898"/>
              <a:ext cx="853846" cy="30053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19717" y="3020898"/>
              <a:ext cx="640079" cy="30053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411969" y="3020898"/>
              <a:ext cx="640079" cy="30053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12200" y="3880993"/>
              <a:ext cx="1341120" cy="21945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474453" y="3880993"/>
              <a:ext cx="609600" cy="21945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977373" y="3880993"/>
              <a:ext cx="812990" cy="21945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722609" y="3880993"/>
              <a:ext cx="610006" cy="21945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212200" y="4137025"/>
              <a:ext cx="610006" cy="21945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715501" y="4137025"/>
              <a:ext cx="609600" cy="21945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218421" y="4137025"/>
              <a:ext cx="609600" cy="21945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722865" y="4137025"/>
              <a:ext cx="762000" cy="21945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378185" y="4137025"/>
              <a:ext cx="756920" cy="2194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059413" y="4137025"/>
              <a:ext cx="457657" cy="21945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212200" y="4394580"/>
              <a:ext cx="304800" cy="21945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410320" y="4394580"/>
              <a:ext cx="457657" cy="21945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761221" y="4394580"/>
              <a:ext cx="609600" cy="21945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265665" y="4394580"/>
              <a:ext cx="762000" cy="21945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920985" y="4394580"/>
              <a:ext cx="609600" cy="21945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423905" y="4394580"/>
              <a:ext cx="914768" cy="21945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186159" y="4394580"/>
              <a:ext cx="97535" cy="21945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212200" y="5160263"/>
              <a:ext cx="280416" cy="20269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364600" y="5160263"/>
              <a:ext cx="421081" cy="20269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686545" y="5160263"/>
              <a:ext cx="274320" cy="2026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869425" y="5160263"/>
              <a:ext cx="420624" cy="20269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192513" y="5160263"/>
              <a:ext cx="272033" cy="20269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373869" y="5160263"/>
              <a:ext cx="420624" cy="20269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696957" y="5160263"/>
              <a:ext cx="841248" cy="20269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212200" y="5423916"/>
              <a:ext cx="280416" cy="20269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364600" y="5423916"/>
              <a:ext cx="421081" cy="20269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686545" y="5423916"/>
              <a:ext cx="420624" cy="202691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009633" y="5423916"/>
              <a:ext cx="560831" cy="202691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471405" y="5423916"/>
              <a:ext cx="420624" cy="202691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212200" y="5689092"/>
              <a:ext cx="280416" cy="20269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364600" y="5689092"/>
              <a:ext cx="784885" cy="20269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078213" y="5689092"/>
              <a:ext cx="280416" cy="20269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262617" y="5689092"/>
              <a:ext cx="420624" cy="20269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9584181" y="5689092"/>
              <a:ext cx="420624" cy="202691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685800" y="6494068"/>
            <a:ext cx="1911350" cy="151765"/>
            <a:chOff x="685800" y="6494068"/>
            <a:chExt cx="1911350" cy="151765"/>
          </a:xfrm>
        </p:grpSpPr>
        <p:pic>
          <p:nvPicPr>
            <p:cNvPr id="66" name="object 6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85800" y="6494068"/>
              <a:ext cx="310896" cy="15118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23543" y="6494068"/>
              <a:ext cx="414934" cy="15118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265224" y="6494068"/>
              <a:ext cx="414528" cy="15118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606550" y="6494068"/>
              <a:ext cx="310895" cy="15118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844294" y="6494068"/>
              <a:ext cx="310895" cy="15118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083561" y="6494068"/>
              <a:ext cx="513080" cy="151180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10309225" y="6490715"/>
            <a:ext cx="1255395" cy="158750"/>
            <a:chOff x="10309225" y="6490715"/>
            <a:chExt cx="1255395" cy="158750"/>
          </a:xfrm>
        </p:grpSpPr>
        <p:pic>
          <p:nvPicPr>
            <p:cNvPr id="73" name="object 7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0309225" y="6490715"/>
              <a:ext cx="329183" cy="15849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0562209" y="6490715"/>
              <a:ext cx="757885" cy="15849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1278869" y="6490715"/>
              <a:ext cx="285750" cy="158496"/>
            </a:xfrm>
            <a:prstGeom prst="rect">
              <a:avLst/>
            </a:prstGeom>
          </p:spPr>
        </p:pic>
      </p:grpSp>
      <p:pic>
        <p:nvPicPr>
          <p:cNvPr id="76" name="KakaoTalk_20260607_013819579">
            <a:hlinkClick r:id="" action="ppaction://media"/>
            <a:extLst>
              <a:ext uri="{FF2B5EF4-FFF2-40B4-BE49-F238E27FC236}">
                <a16:creationId xmlns:a16="http://schemas.microsoft.com/office/drawing/2014/main" id="{3F1A29B2-5A2A-68A8-5331-E056DA4DC9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1"/>
          <a:stretch>
            <a:fillRect/>
          </a:stretch>
        </p:blipFill>
        <p:spPr>
          <a:xfrm>
            <a:off x="1085474" y="2230637"/>
            <a:ext cx="6204813" cy="38484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459" fill="hold"/>
                                        <p:tgtEl>
                                          <p:spTgt spid="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6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63080"/>
            <a:chOff x="0" y="0"/>
            <a:chExt cx="12192000" cy="6863080"/>
          </a:xfrm>
        </p:grpSpPr>
        <p:sp>
          <p:nvSpPr>
            <p:cNvPr id="3" name="object 3"/>
            <p:cNvSpPr/>
            <p:nvPr/>
          </p:nvSpPr>
          <p:spPr>
            <a:xfrm>
              <a:off x="146304" y="0"/>
              <a:ext cx="12045950" cy="6858000"/>
            </a:xfrm>
            <a:custGeom>
              <a:avLst/>
              <a:gdLst/>
              <a:ahLst/>
              <a:cxnLst/>
              <a:rect l="l" t="t" r="r" b="b"/>
              <a:pathLst>
                <a:path w="12045950" h="6858000">
                  <a:moveTo>
                    <a:pt x="0" y="6858000"/>
                  </a:moveTo>
                  <a:lnTo>
                    <a:pt x="12045696" y="6858000"/>
                  </a:lnTo>
                  <a:lnTo>
                    <a:pt x="12045696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91B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146685" cy="6858000"/>
            </a:xfrm>
            <a:custGeom>
              <a:avLst/>
              <a:gdLst/>
              <a:ahLst/>
              <a:cxnLst/>
              <a:rect l="l" t="t" r="r" b="b"/>
              <a:pathLst>
                <a:path w="146685" h="6858000">
                  <a:moveTo>
                    <a:pt x="14630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6304" y="6858000"/>
                  </a:lnTo>
                  <a:lnTo>
                    <a:pt x="146304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40" y="4572000"/>
              <a:ext cx="3291840" cy="2286000"/>
            </a:xfrm>
            <a:custGeom>
              <a:avLst/>
              <a:gdLst/>
              <a:ahLst/>
              <a:cxnLst/>
              <a:rect l="l" t="t" r="r" b="b"/>
              <a:pathLst>
                <a:path w="3291840" h="2286000">
                  <a:moveTo>
                    <a:pt x="0" y="182880"/>
                  </a:moveTo>
                  <a:lnTo>
                    <a:pt x="1371600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2468879" y="822960"/>
                  </a:lnTo>
                </a:path>
                <a:path w="3291840" h="2286000">
                  <a:moveTo>
                    <a:pt x="1371600" y="822960"/>
                  </a:moveTo>
                  <a:lnTo>
                    <a:pt x="1371600" y="1920239"/>
                  </a:lnTo>
                </a:path>
                <a:path w="3291840" h="2286000">
                  <a:moveTo>
                    <a:pt x="1371600" y="82296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2651759" y="1371600"/>
                  </a:lnTo>
                </a:path>
                <a:path w="3291840" h="2286000">
                  <a:moveTo>
                    <a:pt x="2468879" y="0"/>
                  </a:moveTo>
                  <a:lnTo>
                    <a:pt x="3291839" y="731519"/>
                  </a:lnTo>
                </a:path>
                <a:path w="3291840" h="2286000">
                  <a:moveTo>
                    <a:pt x="1005839" y="1920239"/>
                  </a:moveTo>
                  <a:lnTo>
                    <a:pt x="2651759" y="1920239"/>
                  </a:lnTo>
                </a:path>
                <a:path w="3291840" h="2286000">
                  <a:moveTo>
                    <a:pt x="1005839" y="1920239"/>
                  </a:moveTo>
                  <a:lnTo>
                    <a:pt x="1580605" y="228600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25237" y="59436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9525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9525" y="9144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30000" y="5943600"/>
              <a:ext cx="640080" cy="0"/>
            </a:xfrm>
            <a:custGeom>
              <a:avLst/>
              <a:gdLst/>
              <a:ahLst/>
              <a:cxnLst/>
              <a:rect l="l" t="t" r="r" b="b"/>
              <a:pathLst>
                <a:path w="640079">
                  <a:moveTo>
                    <a:pt x="0" y="0"/>
                  </a:moveTo>
                  <a:lnTo>
                    <a:pt x="640079" y="0"/>
                  </a:lnTo>
                </a:path>
              </a:pathLst>
            </a:custGeom>
            <a:ln w="9525">
              <a:solidFill>
                <a:srgbClr val="2BD3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14231" y="4690871"/>
              <a:ext cx="128016" cy="1280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8692" y="5353811"/>
              <a:ext cx="82296" cy="822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05971" y="4530852"/>
              <a:ext cx="82296" cy="822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20071" y="6428232"/>
              <a:ext cx="128016" cy="1280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88852" y="5902452"/>
              <a:ext cx="82296" cy="822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06071" y="5239511"/>
              <a:ext cx="128016" cy="1280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800" y="2189098"/>
              <a:ext cx="1761363" cy="2651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800" y="2573477"/>
              <a:ext cx="4828794" cy="116464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1519" y="3886200"/>
              <a:ext cx="640080" cy="45720"/>
            </a:xfrm>
            <a:custGeom>
              <a:avLst/>
              <a:gdLst/>
              <a:ahLst/>
              <a:cxnLst/>
              <a:rect l="l" t="t" r="r" b="b"/>
              <a:pathLst>
                <a:path w="640080" h="45720">
                  <a:moveTo>
                    <a:pt x="64008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640080" y="45719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rgbClr val="2BD3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800" y="4182440"/>
              <a:ext cx="4815205" cy="30053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5800" y="507492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59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59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59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19" y="251459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0D2A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5800" y="507492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0" y="251459"/>
                  </a:moveTo>
                  <a:lnTo>
                    <a:pt x="4051" y="206243"/>
                  </a:lnTo>
                  <a:lnTo>
                    <a:pt x="15732" y="163693"/>
                  </a:lnTo>
                  <a:lnTo>
                    <a:pt x="34332" y="124516"/>
                  </a:lnTo>
                  <a:lnTo>
                    <a:pt x="59141" y="89422"/>
                  </a:lnTo>
                  <a:lnTo>
                    <a:pt x="89448" y="59120"/>
                  </a:lnTo>
                  <a:lnTo>
                    <a:pt x="124544" y="34318"/>
                  </a:lnTo>
                  <a:lnTo>
                    <a:pt x="163718" y="15725"/>
                  </a:lnTo>
                  <a:lnTo>
                    <a:pt x="206260" y="4049"/>
                  </a:lnTo>
                  <a:lnTo>
                    <a:pt x="251459" y="0"/>
                  </a:lnTo>
                  <a:lnTo>
                    <a:pt x="296659" y="4049"/>
                  </a:lnTo>
                  <a:lnTo>
                    <a:pt x="339201" y="15725"/>
                  </a:lnTo>
                  <a:lnTo>
                    <a:pt x="378375" y="34318"/>
                  </a:lnTo>
                  <a:lnTo>
                    <a:pt x="413471" y="59120"/>
                  </a:lnTo>
                  <a:lnTo>
                    <a:pt x="443778" y="89422"/>
                  </a:lnTo>
                  <a:lnTo>
                    <a:pt x="468587" y="124516"/>
                  </a:lnTo>
                  <a:lnTo>
                    <a:pt x="487187" y="163693"/>
                  </a:lnTo>
                  <a:lnTo>
                    <a:pt x="498868" y="206243"/>
                  </a:lnTo>
                  <a:lnTo>
                    <a:pt x="502919" y="251459"/>
                  </a:lnTo>
                  <a:lnTo>
                    <a:pt x="498868" y="296676"/>
                  </a:lnTo>
                  <a:lnTo>
                    <a:pt x="487187" y="339226"/>
                  </a:lnTo>
                  <a:lnTo>
                    <a:pt x="468587" y="378403"/>
                  </a:lnTo>
                  <a:lnTo>
                    <a:pt x="443778" y="413497"/>
                  </a:lnTo>
                  <a:lnTo>
                    <a:pt x="413471" y="443799"/>
                  </a:lnTo>
                  <a:lnTo>
                    <a:pt x="378375" y="468601"/>
                  </a:lnTo>
                  <a:lnTo>
                    <a:pt x="339201" y="487194"/>
                  </a:lnTo>
                  <a:lnTo>
                    <a:pt x="296659" y="498870"/>
                  </a:lnTo>
                  <a:lnTo>
                    <a:pt x="251459" y="502919"/>
                  </a:lnTo>
                  <a:lnTo>
                    <a:pt x="206260" y="498870"/>
                  </a:lnTo>
                  <a:lnTo>
                    <a:pt x="163718" y="487194"/>
                  </a:lnTo>
                  <a:lnTo>
                    <a:pt x="124544" y="468601"/>
                  </a:lnTo>
                  <a:lnTo>
                    <a:pt x="89448" y="443799"/>
                  </a:lnTo>
                  <a:lnTo>
                    <a:pt x="59141" y="413497"/>
                  </a:lnTo>
                  <a:lnTo>
                    <a:pt x="34332" y="378403"/>
                  </a:lnTo>
                  <a:lnTo>
                    <a:pt x="15732" y="339226"/>
                  </a:lnTo>
                  <a:lnTo>
                    <a:pt x="4051" y="296676"/>
                  </a:lnTo>
                  <a:lnTo>
                    <a:pt x="0" y="251459"/>
                  </a:lnTo>
                  <a:close/>
                </a:path>
              </a:pathLst>
            </a:custGeom>
            <a:ln w="12699">
              <a:solidFill>
                <a:srgbClr val="1C39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preencoded.png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1588" y="5210733"/>
              <a:ext cx="231343" cy="23134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6133" y="5193538"/>
              <a:ext cx="684529" cy="2484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12873" y="5193538"/>
              <a:ext cx="512063" cy="2484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07589" y="5193538"/>
              <a:ext cx="853439" cy="2484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03701" y="5193538"/>
              <a:ext cx="336499" cy="24841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84117" y="5193538"/>
              <a:ext cx="683158" cy="2484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51427" y="5193538"/>
              <a:ext cx="185165" cy="2484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74871" y="5193538"/>
              <a:ext cx="682751" cy="2484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41798" y="5193538"/>
              <a:ext cx="185165" cy="2484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65242" y="5193538"/>
              <a:ext cx="682751" cy="248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8</Words>
  <Application>Microsoft Office PowerPoint</Application>
  <PresentationFormat>와이드스크린</PresentationFormat>
  <Paragraphs>8</Paragraphs>
  <Slides>30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경량 Early Exit 딥러닝 기반 산업 무선망 트래픽 혼잡 감지</dc:title>
  <dc:subject>PptxGenJS Presentation</dc:subject>
  <dc:creator>자원 할당해조</dc:creator>
  <cp:lastModifiedBy>장예나</cp:lastModifiedBy>
  <cp:revision>2</cp:revision>
  <dcterms:created xsi:type="dcterms:W3CDTF">2026-06-09T03:46:41Z</dcterms:created>
  <dcterms:modified xsi:type="dcterms:W3CDTF">2026-06-09T03:59:36Z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2026-06-09T00:00:00Z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2026-06-09T00:00:00Z</vt:filetime>
  </property>
  <property fmtid="{D5CDD505-2E9C-101B-9397-08002B2CF9AE}" pid="5" name="Producer">
    <vt:lpwstr>Microsoft® PowerPoint® Microsoft 365용</vt:lpwstr>
  </property>
</Properties>
</file>